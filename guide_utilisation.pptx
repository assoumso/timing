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8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49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64592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EE7B11"/>
                </a:solidFill>
                <a:latin typeface="Arial"/>
              </a:defRPr>
            </a:pPr>
            <a:r>
              <a:t>ERP BARAKAT</a:t>
            </a:r>
          </a:p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Guide d'Utilisation Complet — Pas-à-Pas</a:t>
            </a:r>
          </a:p>
          <a:p>
            <a:pPr>
              <a:defRPr sz="1600">
                <a:solidFill>
                  <a:srgbClr val="B4C8F0"/>
                </a:solidFill>
                <a:latin typeface="Arial"/>
              </a:defRPr>
            </a:pPr>
            <a:r>
              <a:t>Tous les modules · Toutes les procédures · Sans zone d'ombre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 : CONNEXION &amp; SÉCURITÉ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se connecter à l'application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Ouvrez votre navigateur (Chrome, Edge, Firefox) et accédez à l'URL de l'application.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Sur l'écran de connexion, saisissez votre Identifiant (email) dans le champ prévu.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Saisissez votre Mot de passe dans le champ suivant.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Cliquez sur le bouton bleu 'Se connecter'.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Si vos identifiants sont corrects, vous êtes redirigé vers le Tableau de Bord correspondant à votre rôle.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6. En cas d'erreur, un message rouge s'affiche. Vérifiez l'identifiant et le mot de passe saisis.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 : CONNEXION &amp; SÉCURITÉ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se déconnecter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En haut à droite de l'interface, cliquez sur votre nom d'utilisateur ou l'icône de profil.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Dans le menu déroulant, cliquez sur 'Se déconnecter'.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Vous êtes redirigé vers l'écran de connexion. Votre session est fermée.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2 : ADMINISTRATION &amp; GESTION DES UTILISATEURS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créer un nouveau compte utilisateur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Connectez-vous</a:t>
            </a:r>
            <a:r>
              <a:rPr dirty="0"/>
              <a:t> avec un </a:t>
            </a:r>
            <a:r>
              <a:rPr dirty="0" err="1"/>
              <a:t>compte</a:t>
            </a:r>
            <a:r>
              <a:rPr dirty="0"/>
              <a:t> </a:t>
            </a:r>
            <a:r>
              <a:rPr dirty="0" err="1"/>
              <a:t>Directeur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Super Admin.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Cliquez</a:t>
            </a:r>
            <a:r>
              <a:rPr dirty="0"/>
              <a:t> sur </a:t>
            </a:r>
            <a:r>
              <a:rPr dirty="0" err="1"/>
              <a:t>l'onglet</a:t>
            </a:r>
            <a:r>
              <a:rPr dirty="0"/>
              <a:t> </a:t>
            </a:r>
            <a:r>
              <a:rPr dirty="0" smtClean="0"/>
              <a:t>'</a:t>
            </a:r>
            <a:r>
              <a:rPr lang="fr-FR" b="1" dirty="0" smtClean="0"/>
              <a:t>PORTAILS DEDIES</a:t>
            </a:r>
            <a:r>
              <a:rPr dirty="0" smtClean="0"/>
              <a:t>' </a:t>
            </a:r>
            <a:r>
              <a:rPr dirty="0" err="1"/>
              <a:t>dans</a:t>
            </a:r>
            <a:r>
              <a:rPr dirty="0"/>
              <a:t> la barre de </a:t>
            </a:r>
            <a:r>
              <a:rPr dirty="0" smtClean="0"/>
              <a:t>navigation</a:t>
            </a:r>
            <a:r>
              <a:rPr lang="fr-FR" dirty="0" smtClean="0"/>
              <a:t> et cliquer sur </a:t>
            </a:r>
            <a:r>
              <a:rPr lang="fr-FR" b="1" dirty="0" smtClean="0"/>
              <a:t>Comptes &amp; Structure Administratifs</a:t>
            </a:r>
            <a:r>
              <a:rPr dirty="0" smtClean="0"/>
              <a:t>.</a:t>
            </a:r>
            <a:endParaRPr dirty="0"/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Allez</a:t>
            </a:r>
            <a:r>
              <a:rPr dirty="0"/>
              <a:t> à la section '</a:t>
            </a:r>
            <a:r>
              <a:rPr dirty="0" err="1"/>
              <a:t>Créer</a:t>
            </a:r>
            <a:r>
              <a:rPr dirty="0"/>
              <a:t> un nouveau </a:t>
            </a:r>
            <a:r>
              <a:rPr dirty="0" err="1"/>
              <a:t>compte</a:t>
            </a:r>
            <a:r>
              <a:rPr dirty="0"/>
              <a:t> </a:t>
            </a:r>
            <a:r>
              <a:rPr dirty="0" err="1"/>
              <a:t>utilisateur</a:t>
            </a:r>
            <a:r>
              <a:rPr dirty="0"/>
              <a:t>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4. </a:t>
            </a:r>
            <a:r>
              <a:rPr dirty="0" err="1"/>
              <a:t>Remplissez</a:t>
            </a:r>
            <a:r>
              <a:rPr dirty="0"/>
              <a:t> : Nom </a:t>
            </a:r>
            <a:r>
              <a:rPr dirty="0" err="1"/>
              <a:t>complet</a:t>
            </a:r>
            <a:r>
              <a:rPr dirty="0"/>
              <a:t>, </a:t>
            </a:r>
            <a:r>
              <a:rPr dirty="0" err="1"/>
              <a:t>Identifiant</a:t>
            </a:r>
            <a:r>
              <a:rPr dirty="0"/>
              <a:t>/Email, Mot de </a:t>
            </a:r>
            <a:r>
              <a:rPr dirty="0" err="1"/>
              <a:t>passe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5. </a:t>
            </a:r>
            <a:r>
              <a:rPr dirty="0" err="1"/>
              <a:t>Sélectionnez</a:t>
            </a:r>
            <a:r>
              <a:rPr dirty="0"/>
              <a:t> le </a:t>
            </a:r>
            <a:r>
              <a:rPr dirty="0" err="1"/>
              <a:t>Rôle</a:t>
            </a:r>
            <a:r>
              <a:rPr dirty="0"/>
              <a:t> : Super Admin, </a:t>
            </a:r>
            <a:r>
              <a:rPr dirty="0" err="1"/>
              <a:t>Directeur</a:t>
            </a:r>
            <a:r>
              <a:rPr dirty="0"/>
              <a:t>, </a:t>
            </a:r>
            <a:r>
              <a:rPr dirty="0" err="1"/>
              <a:t>Informaticien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Professeur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6. Si </a:t>
            </a:r>
            <a:r>
              <a:rPr dirty="0" err="1"/>
              <a:t>c'est</a:t>
            </a:r>
            <a:r>
              <a:rPr dirty="0"/>
              <a:t> un </a:t>
            </a:r>
            <a:r>
              <a:rPr dirty="0" err="1"/>
              <a:t>professeur</a:t>
            </a:r>
            <a:r>
              <a:rPr dirty="0"/>
              <a:t>, </a:t>
            </a:r>
            <a:r>
              <a:rPr dirty="0" err="1"/>
              <a:t>associez</a:t>
            </a:r>
            <a:r>
              <a:rPr dirty="0"/>
              <a:t>-le à un </a:t>
            </a:r>
            <a:r>
              <a:rPr dirty="0" err="1"/>
              <a:t>enseignant</a:t>
            </a:r>
            <a:r>
              <a:rPr dirty="0"/>
              <a:t> de la </a:t>
            </a:r>
            <a:r>
              <a:rPr dirty="0" err="1"/>
              <a:t>liste</a:t>
            </a:r>
            <a:r>
              <a:rPr dirty="0"/>
              <a:t> via '</a:t>
            </a:r>
            <a:r>
              <a:rPr dirty="0" err="1"/>
              <a:t>Professeur</a:t>
            </a:r>
            <a:r>
              <a:rPr dirty="0"/>
              <a:t> </a:t>
            </a:r>
            <a:r>
              <a:rPr dirty="0" err="1"/>
              <a:t>lié</a:t>
            </a:r>
            <a:r>
              <a:rPr dirty="0"/>
              <a:t>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7. </a:t>
            </a:r>
            <a:r>
              <a:rPr dirty="0" err="1"/>
              <a:t>Cliquez</a:t>
            </a:r>
            <a:r>
              <a:rPr dirty="0"/>
              <a:t> sur le bouton orange '</a:t>
            </a:r>
            <a:r>
              <a:rPr dirty="0" err="1"/>
              <a:t>Créer</a:t>
            </a:r>
            <a:r>
              <a:rPr dirty="0"/>
              <a:t> le </a:t>
            </a:r>
            <a:r>
              <a:rPr dirty="0" err="1"/>
              <a:t>compte</a:t>
            </a:r>
            <a:r>
              <a:rPr dirty="0"/>
              <a:t> </a:t>
            </a:r>
            <a:r>
              <a:rPr dirty="0" err="1"/>
              <a:t>utilisateur</a:t>
            </a:r>
            <a:r>
              <a:rPr dirty="0"/>
              <a:t>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8. Le </a:t>
            </a:r>
            <a:r>
              <a:rPr dirty="0" err="1"/>
              <a:t>compte</a:t>
            </a:r>
            <a:r>
              <a:rPr dirty="0"/>
              <a:t> </a:t>
            </a:r>
            <a:r>
              <a:rPr dirty="0" err="1"/>
              <a:t>apparaît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la </a:t>
            </a:r>
            <a:r>
              <a:rPr dirty="0" err="1"/>
              <a:t>liste</a:t>
            </a:r>
            <a:r>
              <a:rPr dirty="0"/>
              <a:t> des </a:t>
            </a:r>
            <a:r>
              <a:rPr dirty="0" err="1"/>
              <a:t>comptes</a:t>
            </a:r>
            <a:r>
              <a:rPr dirty="0"/>
              <a:t> ci-</a:t>
            </a:r>
            <a:r>
              <a:rPr dirty="0" err="1"/>
              <a:t>dessous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2 : ADMINISTRATION &amp; GESTION DES UTILISATEURS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attribuer la permission 'Saisie des Moyennes' à un professeur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l'onglet</a:t>
            </a:r>
            <a:r>
              <a:rPr dirty="0"/>
              <a:t> </a:t>
            </a:r>
            <a:r>
              <a:rPr lang="fr-FR" b="1" dirty="0"/>
              <a:t>PORTAILS DEDIES</a:t>
            </a:r>
            <a:r>
              <a:rPr dirty="0" smtClean="0"/>
              <a:t>, </a:t>
            </a:r>
            <a:r>
              <a:rPr dirty="0" err="1"/>
              <a:t>repérez</a:t>
            </a:r>
            <a:r>
              <a:rPr dirty="0"/>
              <a:t> la table </a:t>
            </a:r>
            <a:r>
              <a:rPr lang="fr-FR" dirty="0"/>
              <a:t>sur </a:t>
            </a:r>
            <a:r>
              <a:rPr lang="fr-FR" b="1" dirty="0"/>
              <a:t>Comptes &amp; Structure </a:t>
            </a:r>
            <a:r>
              <a:rPr lang="fr-FR" b="1" dirty="0" smtClean="0"/>
              <a:t>Administratifs</a:t>
            </a:r>
            <a:r>
              <a:rPr dirty="0" smtClean="0"/>
              <a:t>'.</a:t>
            </a:r>
            <a:endParaRPr dirty="0"/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Localisez</a:t>
            </a:r>
            <a:r>
              <a:rPr dirty="0"/>
              <a:t> le </a:t>
            </a:r>
            <a:r>
              <a:rPr dirty="0" err="1"/>
              <a:t>compte</a:t>
            </a:r>
            <a:r>
              <a:rPr dirty="0"/>
              <a:t> du </a:t>
            </a:r>
            <a:r>
              <a:rPr dirty="0" err="1"/>
              <a:t>professeur</a:t>
            </a:r>
            <a:r>
              <a:rPr dirty="0"/>
              <a:t> </a:t>
            </a:r>
            <a:r>
              <a:rPr dirty="0" err="1"/>
              <a:t>concerné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la </a:t>
            </a:r>
            <a:r>
              <a:rPr dirty="0" err="1"/>
              <a:t>liste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Dans</a:t>
            </a:r>
            <a:r>
              <a:rPr dirty="0"/>
              <a:t> la </a:t>
            </a:r>
            <a:r>
              <a:rPr dirty="0" err="1"/>
              <a:t>colonne</a:t>
            </a:r>
            <a:r>
              <a:rPr dirty="0"/>
              <a:t> 'Permissions', </a:t>
            </a:r>
            <a:r>
              <a:rPr dirty="0" err="1"/>
              <a:t>cochez</a:t>
            </a:r>
            <a:r>
              <a:rPr dirty="0"/>
              <a:t> la case '</a:t>
            </a:r>
            <a:r>
              <a:rPr dirty="0" err="1"/>
              <a:t>Saisie</a:t>
            </a:r>
            <a:r>
              <a:rPr dirty="0"/>
              <a:t> des </a:t>
            </a:r>
            <a:r>
              <a:rPr dirty="0" err="1"/>
              <a:t>Moyennes</a:t>
            </a:r>
            <a:r>
              <a:rPr dirty="0"/>
              <a:t>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4. La permission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activée</a:t>
            </a:r>
            <a:r>
              <a:rPr dirty="0"/>
              <a:t> </a:t>
            </a:r>
            <a:r>
              <a:rPr dirty="0" err="1"/>
              <a:t>instantanément</a:t>
            </a:r>
            <a:r>
              <a:rPr dirty="0"/>
              <a:t>, sans </a:t>
            </a:r>
            <a:r>
              <a:rPr dirty="0" err="1"/>
              <a:t>déconnexion</a:t>
            </a:r>
            <a:r>
              <a:rPr dirty="0"/>
              <a:t> </a:t>
            </a:r>
            <a:r>
              <a:rPr dirty="0" err="1"/>
              <a:t>requise</a:t>
            </a:r>
            <a:r>
              <a:rPr dirty="0"/>
              <a:t>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5. Pour </a:t>
            </a:r>
            <a:r>
              <a:rPr dirty="0" err="1"/>
              <a:t>révoquer</a:t>
            </a:r>
            <a:r>
              <a:rPr dirty="0"/>
              <a:t> le droit, </a:t>
            </a:r>
            <a:r>
              <a:rPr dirty="0" err="1"/>
              <a:t>décochez</a:t>
            </a:r>
            <a:r>
              <a:rPr dirty="0"/>
              <a:t> la </a:t>
            </a:r>
            <a:r>
              <a:rPr dirty="0" err="1"/>
              <a:t>même</a:t>
            </a:r>
            <a:r>
              <a:rPr dirty="0"/>
              <a:t> case.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2 : ADMINISTRATION &amp; GESTION DES UTILISATEURS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modifier ou supprimer un compte utilisateur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 smtClean="0"/>
              <a:t>1. </a:t>
            </a:r>
            <a:r>
              <a:rPr dirty="0" err="1" smtClean="0"/>
              <a:t>Dans</a:t>
            </a:r>
            <a:r>
              <a:rPr dirty="0" smtClean="0"/>
              <a:t> </a:t>
            </a:r>
            <a:r>
              <a:rPr lang="fr-FR" dirty="0"/>
              <a:t>Dans l'onglet </a:t>
            </a:r>
            <a:r>
              <a:rPr lang="fr-FR" b="1" dirty="0"/>
              <a:t>PORTAILS DEDIES</a:t>
            </a:r>
            <a:r>
              <a:rPr lang="fr-FR" dirty="0"/>
              <a:t>, repérez la table sur </a:t>
            </a:r>
            <a:r>
              <a:rPr lang="fr-FR" b="1" dirty="0"/>
              <a:t>Comptes &amp; Structure Administratifs</a:t>
            </a:r>
            <a:r>
              <a:rPr lang="fr-FR" dirty="0"/>
              <a:t>'.</a:t>
            </a:r>
            <a:r>
              <a:rPr dirty="0" smtClean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 smtClean="0"/>
              <a:t>2</a:t>
            </a:r>
            <a:r>
              <a:rPr dirty="0"/>
              <a:t>. Pour modifier : </a:t>
            </a:r>
            <a:r>
              <a:rPr dirty="0" err="1"/>
              <a:t>cliquez</a:t>
            </a:r>
            <a:r>
              <a:rPr dirty="0"/>
              <a:t> sur le bouton Crayon (Modifier) à </a:t>
            </a:r>
            <a:r>
              <a:rPr dirty="0" err="1"/>
              <a:t>droite</a:t>
            </a:r>
            <a:r>
              <a:rPr dirty="0"/>
              <a:t> du </a:t>
            </a:r>
            <a:r>
              <a:rPr dirty="0" err="1"/>
              <a:t>compte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Mettez</a:t>
            </a:r>
            <a:r>
              <a:rPr dirty="0"/>
              <a:t> à jour les champs </a:t>
            </a:r>
            <a:r>
              <a:rPr dirty="0" err="1"/>
              <a:t>souhaités</a:t>
            </a:r>
            <a:r>
              <a:rPr dirty="0"/>
              <a:t> (nom, </a:t>
            </a:r>
            <a:r>
              <a:rPr dirty="0" err="1"/>
              <a:t>rôle</a:t>
            </a:r>
            <a:r>
              <a:rPr dirty="0"/>
              <a:t>, mot de </a:t>
            </a:r>
            <a:r>
              <a:rPr dirty="0" err="1"/>
              <a:t>passe</a:t>
            </a:r>
            <a:r>
              <a:rPr dirty="0"/>
              <a:t>).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4. </a:t>
            </a:r>
            <a:r>
              <a:rPr dirty="0" err="1"/>
              <a:t>Cliquez</a:t>
            </a:r>
            <a:r>
              <a:rPr dirty="0"/>
              <a:t> sur '</a:t>
            </a:r>
            <a:r>
              <a:rPr dirty="0" err="1"/>
              <a:t>Enregistrer</a:t>
            </a:r>
            <a:r>
              <a:rPr dirty="0"/>
              <a:t> les modifications'.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5. Pour </a:t>
            </a:r>
            <a:r>
              <a:rPr dirty="0" err="1"/>
              <a:t>supprimer</a:t>
            </a:r>
            <a:r>
              <a:rPr dirty="0"/>
              <a:t> : </a:t>
            </a:r>
            <a:r>
              <a:rPr dirty="0" err="1"/>
              <a:t>cliquez</a:t>
            </a:r>
            <a:r>
              <a:rPr dirty="0"/>
              <a:t> sur le bouton rouge </a:t>
            </a:r>
            <a:r>
              <a:rPr dirty="0" err="1"/>
              <a:t>Corbeille</a:t>
            </a:r>
            <a:r>
              <a:rPr dirty="0"/>
              <a:t> et </a:t>
            </a:r>
            <a:r>
              <a:rPr dirty="0" err="1"/>
              <a:t>confirmez</a:t>
            </a:r>
            <a:r>
              <a:rPr dirty="0"/>
              <a:t> la suppression.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3 : CONFIGURATION DE L'ÉTABLISSEMENT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configurer les informations de l'école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6773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Accédez</a:t>
            </a:r>
            <a:r>
              <a:rPr dirty="0"/>
              <a:t> à </a:t>
            </a:r>
            <a:r>
              <a:rPr lang="fr-FR" b="1" dirty="0" smtClean="0"/>
              <a:t>PORTAILS </a:t>
            </a:r>
            <a:r>
              <a:rPr lang="fr-FR" b="1" dirty="0"/>
              <a:t>DEDIES</a:t>
            </a:r>
            <a:r>
              <a:rPr lang="fr-FR" dirty="0"/>
              <a:t>, repérez </a:t>
            </a:r>
            <a:r>
              <a:rPr lang="fr-FR" dirty="0" smtClean="0"/>
              <a:t>le menu </a:t>
            </a:r>
            <a:r>
              <a:rPr lang="fr-FR" b="1" dirty="0" err="1" smtClean="0"/>
              <a:t>Parametres</a:t>
            </a:r>
            <a:r>
              <a:rPr lang="fr-FR" b="1" dirty="0" smtClean="0"/>
              <a:t> Techniques &amp; </a:t>
            </a:r>
            <a:r>
              <a:rPr lang="fr-FR" b="1" dirty="0" err="1" smtClean="0"/>
              <a:t>Demo</a:t>
            </a:r>
            <a:r>
              <a:rPr lang="fr-FR" dirty="0" smtClean="0"/>
              <a:t>‘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 smtClean="0"/>
              <a:t>2</a:t>
            </a:r>
            <a:r>
              <a:rPr dirty="0"/>
              <a:t>. </a:t>
            </a:r>
            <a:r>
              <a:rPr dirty="0" err="1"/>
              <a:t>Dans</a:t>
            </a:r>
            <a:r>
              <a:rPr dirty="0"/>
              <a:t> la section '</a:t>
            </a:r>
            <a:r>
              <a:rPr dirty="0" err="1"/>
              <a:t>Informations</a:t>
            </a:r>
            <a:r>
              <a:rPr dirty="0"/>
              <a:t> de </a:t>
            </a:r>
            <a:r>
              <a:rPr dirty="0" err="1"/>
              <a:t>l'établissement</a:t>
            </a:r>
            <a:r>
              <a:rPr dirty="0"/>
              <a:t>', </a:t>
            </a:r>
            <a:r>
              <a:rPr dirty="0" err="1"/>
              <a:t>modifiez</a:t>
            </a:r>
            <a:r>
              <a:rPr dirty="0"/>
              <a:t>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Nom </a:t>
            </a:r>
            <a:r>
              <a:rPr dirty="0" err="1"/>
              <a:t>officiel</a:t>
            </a:r>
            <a:r>
              <a:rPr dirty="0"/>
              <a:t> de </a:t>
            </a:r>
            <a:r>
              <a:rPr dirty="0" err="1"/>
              <a:t>l'école</a:t>
            </a:r>
            <a:endParaRPr dirty="0"/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Sous-</a:t>
            </a:r>
            <a:r>
              <a:rPr dirty="0" err="1"/>
              <a:t>titre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devise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Adresse</a:t>
            </a:r>
            <a:r>
              <a:rPr dirty="0"/>
              <a:t>, </a:t>
            </a:r>
            <a:r>
              <a:rPr dirty="0" err="1"/>
              <a:t>Téléphone</a:t>
            </a:r>
            <a:r>
              <a:rPr dirty="0"/>
              <a:t>, Email de contact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Nom du </a:t>
            </a:r>
            <a:r>
              <a:rPr dirty="0" err="1"/>
              <a:t>Directeur</a:t>
            </a:r>
            <a:r>
              <a:rPr dirty="0"/>
              <a:t> (</a:t>
            </a:r>
            <a:r>
              <a:rPr dirty="0" err="1"/>
              <a:t>imprimé</a:t>
            </a:r>
            <a:r>
              <a:rPr dirty="0"/>
              <a:t> sur les bulletins)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Année</a:t>
            </a:r>
            <a:r>
              <a:rPr dirty="0"/>
              <a:t> </a:t>
            </a:r>
            <a:r>
              <a:rPr dirty="0" err="1"/>
              <a:t>scolaire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cours</a:t>
            </a:r>
            <a:r>
              <a:rPr dirty="0"/>
              <a:t> (ex: 2025-2026)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8. </a:t>
            </a:r>
            <a:r>
              <a:rPr dirty="0" err="1"/>
              <a:t>Cliquez</a:t>
            </a:r>
            <a:r>
              <a:rPr dirty="0"/>
              <a:t> sur '</a:t>
            </a:r>
            <a:r>
              <a:rPr dirty="0" err="1"/>
              <a:t>Enregistrer</a:t>
            </a:r>
            <a:r>
              <a:rPr dirty="0"/>
              <a:t> les </a:t>
            </a:r>
            <a:r>
              <a:rPr dirty="0" err="1"/>
              <a:t>paramètres</a:t>
            </a:r>
            <a:r>
              <a:rPr dirty="0"/>
              <a:t>' pour </a:t>
            </a:r>
            <a:r>
              <a:rPr dirty="0" err="1"/>
              <a:t>sauvegarder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9. </a:t>
            </a:r>
            <a:r>
              <a:rPr dirty="0" err="1"/>
              <a:t>Ces</a:t>
            </a:r>
            <a:r>
              <a:rPr dirty="0"/>
              <a:t> </a:t>
            </a:r>
            <a:r>
              <a:rPr dirty="0" err="1"/>
              <a:t>informations</a:t>
            </a:r>
            <a:r>
              <a:rPr dirty="0"/>
              <a:t> </a:t>
            </a:r>
            <a:r>
              <a:rPr dirty="0" err="1"/>
              <a:t>apparaissent</a:t>
            </a:r>
            <a:r>
              <a:rPr dirty="0"/>
              <a:t> </a:t>
            </a:r>
            <a:r>
              <a:rPr dirty="0" err="1"/>
              <a:t>automatiquement</a:t>
            </a:r>
            <a:r>
              <a:rPr dirty="0"/>
              <a:t> sur </a:t>
            </a:r>
            <a:r>
              <a:rPr dirty="0" err="1"/>
              <a:t>tous</a:t>
            </a:r>
            <a:r>
              <a:rPr dirty="0"/>
              <a:t> les bulletins et procès-verbaux </a:t>
            </a:r>
            <a:r>
              <a:rPr dirty="0" err="1"/>
              <a:t>imprimés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4 : GESTION DES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créer une nouvelle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Allez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l'onglet</a:t>
            </a:r>
            <a:r>
              <a:rPr dirty="0"/>
              <a:t> </a:t>
            </a:r>
            <a:r>
              <a:rPr b="1" dirty="0"/>
              <a:t>'EDT </a:t>
            </a:r>
            <a:r>
              <a:rPr lang="fr-FR" b="1" dirty="0" smtClean="0"/>
              <a:t>–</a:t>
            </a:r>
            <a:r>
              <a:rPr b="1" dirty="0" smtClean="0"/>
              <a:t> </a:t>
            </a:r>
            <a:r>
              <a:rPr lang="fr-FR" b="1" dirty="0" smtClean="0"/>
              <a:t>Emploi du Temps</a:t>
            </a:r>
            <a:r>
              <a:rPr dirty="0" smtClean="0"/>
              <a:t>'</a:t>
            </a:r>
            <a:r>
              <a:rPr lang="fr-FR" dirty="0" smtClean="0"/>
              <a:t> et cliquer sur </a:t>
            </a:r>
            <a:r>
              <a:rPr lang="fr-FR" b="1" dirty="0"/>
              <a:t>EDT - Salles &amp; </a:t>
            </a:r>
            <a:r>
              <a:rPr lang="fr-FR" b="1" dirty="0" smtClean="0"/>
              <a:t>Classes</a:t>
            </a:r>
            <a:r>
              <a:rPr dirty="0" smtClean="0"/>
              <a:t>.</a:t>
            </a:r>
            <a:endParaRPr dirty="0"/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Dans</a:t>
            </a:r>
            <a:r>
              <a:rPr dirty="0"/>
              <a:t> le </a:t>
            </a:r>
            <a:r>
              <a:rPr dirty="0" err="1"/>
              <a:t>formulaire</a:t>
            </a:r>
            <a:r>
              <a:rPr dirty="0"/>
              <a:t> '</a:t>
            </a:r>
            <a:r>
              <a:rPr dirty="0" err="1"/>
              <a:t>Ajouter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', </a:t>
            </a:r>
            <a:r>
              <a:rPr dirty="0" err="1"/>
              <a:t>saisissez</a:t>
            </a:r>
            <a:r>
              <a:rPr dirty="0"/>
              <a:t>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Identifiant</a:t>
            </a:r>
            <a:r>
              <a:rPr dirty="0"/>
              <a:t> unique (ex: 6A, 5B, 4C, 3D)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Nom </a:t>
            </a:r>
            <a:r>
              <a:rPr dirty="0" err="1"/>
              <a:t>complet</a:t>
            </a:r>
            <a:r>
              <a:rPr dirty="0"/>
              <a:t> de la </a:t>
            </a:r>
            <a:r>
              <a:rPr dirty="0" err="1"/>
              <a:t>classe</a:t>
            </a:r>
            <a:r>
              <a:rPr dirty="0"/>
              <a:t> (ex: </a:t>
            </a:r>
            <a:r>
              <a:rPr dirty="0" err="1"/>
              <a:t>Classe</a:t>
            </a:r>
            <a:r>
              <a:rPr dirty="0"/>
              <a:t> de 6ème A)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Capacité</a:t>
            </a:r>
            <a:r>
              <a:rPr dirty="0"/>
              <a:t> </a:t>
            </a:r>
            <a:r>
              <a:rPr dirty="0" err="1"/>
              <a:t>maximale</a:t>
            </a:r>
            <a:r>
              <a:rPr dirty="0"/>
              <a:t> </a:t>
            </a:r>
            <a:r>
              <a:rPr dirty="0" err="1"/>
              <a:t>d'élèves</a:t>
            </a:r>
            <a:endParaRPr dirty="0"/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Couleur</a:t>
            </a:r>
            <a:r>
              <a:rPr dirty="0"/>
              <a:t> </a:t>
            </a:r>
            <a:r>
              <a:rPr dirty="0" err="1"/>
              <a:t>d'affichage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l'EDT</a:t>
            </a:r>
            <a:endParaRPr dirty="0"/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Professeur</a:t>
            </a:r>
            <a:r>
              <a:rPr dirty="0"/>
              <a:t> Principal (</a:t>
            </a:r>
            <a:r>
              <a:rPr dirty="0" err="1"/>
              <a:t>sélectionnez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la </a:t>
            </a:r>
            <a:r>
              <a:rPr dirty="0" err="1"/>
              <a:t>liste</a:t>
            </a:r>
            <a:r>
              <a:rPr dirty="0"/>
              <a:t> des </a:t>
            </a:r>
            <a:r>
              <a:rPr dirty="0" err="1"/>
              <a:t>enseignants</a:t>
            </a:r>
            <a:r>
              <a:rPr dirty="0"/>
              <a:t>)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8. </a:t>
            </a:r>
            <a:r>
              <a:rPr dirty="0" err="1"/>
              <a:t>Cliquez</a:t>
            </a:r>
            <a:r>
              <a:rPr dirty="0"/>
              <a:t> sur '</a:t>
            </a:r>
            <a:r>
              <a:rPr dirty="0" err="1"/>
              <a:t>Ajouter</a:t>
            </a:r>
            <a:r>
              <a:rPr dirty="0"/>
              <a:t> la </a:t>
            </a:r>
            <a:r>
              <a:rPr dirty="0" err="1"/>
              <a:t>Classe</a:t>
            </a:r>
            <a:r>
              <a:rPr dirty="0"/>
              <a:t>'. Elle </a:t>
            </a:r>
            <a:r>
              <a:rPr dirty="0" err="1"/>
              <a:t>apparaît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la grille </a:t>
            </a:r>
            <a:r>
              <a:rPr dirty="0" err="1"/>
              <a:t>d'emplois</a:t>
            </a:r>
            <a:r>
              <a:rPr dirty="0"/>
              <a:t> du temps.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4 : GESTION DES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modifier ou supprimer une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Dans</a:t>
            </a:r>
            <a:r>
              <a:rPr dirty="0"/>
              <a:t> la </a:t>
            </a:r>
            <a:r>
              <a:rPr dirty="0" err="1"/>
              <a:t>liste</a:t>
            </a:r>
            <a:r>
              <a:rPr dirty="0"/>
              <a:t> des classes </a:t>
            </a:r>
            <a:r>
              <a:rPr dirty="0" err="1" smtClean="0"/>
              <a:t>affichée</a:t>
            </a:r>
            <a:r>
              <a:rPr lang="fr-FR" dirty="0" smtClean="0"/>
              <a:t> (</a:t>
            </a:r>
            <a:r>
              <a:rPr lang="fr-FR" b="1" dirty="0" err="1"/>
              <a:t>O</a:t>
            </a:r>
            <a:r>
              <a:rPr lang="fr-FR" b="1" dirty="0" err="1" smtClean="0"/>
              <a:t>nglet:Emploi</a:t>
            </a:r>
            <a:r>
              <a:rPr lang="fr-FR" b="1" dirty="0" smtClean="0"/>
              <a:t> du temps-EDT </a:t>
            </a:r>
            <a:r>
              <a:rPr lang="fr-FR" dirty="0" smtClean="0"/>
              <a:t>et sous menu </a:t>
            </a:r>
            <a:r>
              <a:rPr lang="fr-FR" b="1" dirty="0"/>
              <a:t>EDT - Salles &amp; Classes</a:t>
            </a:r>
            <a:r>
              <a:rPr lang="fr-FR" b="1" dirty="0" smtClean="0"/>
              <a:t>)</a:t>
            </a:r>
            <a:r>
              <a:rPr dirty="0" smtClean="0"/>
              <a:t>, </a:t>
            </a:r>
            <a:r>
              <a:rPr dirty="0" err="1"/>
              <a:t>cliquez</a:t>
            </a:r>
            <a:r>
              <a:rPr dirty="0"/>
              <a:t> sur le bouton Modifier (crayon) de la </a:t>
            </a:r>
            <a:r>
              <a:rPr dirty="0" err="1"/>
              <a:t>classe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Modifiez</a:t>
            </a:r>
            <a:r>
              <a:rPr dirty="0"/>
              <a:t> les champs (nom, </a:t>
            </a:r>
            <a:r>
              <a:rPr dirty="0" err="1"/>
              <a:t>capacité</a:t>
            </a:r>
            <a:r>
              <a:rPr dirty="0"/>
              <a:t>, </a:t>
            </a:r>
            <a:r>
              <a:rPr dirty="0" err="1"/>
              <a:t>professeur</a:t>
            </a:r>
            <a:r>
              <a:rPr dirty="0"/>
              <a:t> principal, </a:t>
            </a:r>
            <a:r>
              <a:rPr dirty="0" err="1"/>
              <a:t>couleur</a:t>
            </a:r>
            <a:r>
              <a:rPr dirty="0"/>
              <a:t>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Cliquez</a:t>
            </a:r>
            <a:r>
              <a:rPr dirty="0"/>
              <a:t> sur '</a:t>
            </a:r>
            <a:r>
              <a:rPr dirty="0" err="1"/>
              <a:t>Enregistrer</a:t>
            </a:r>
            <a:r>
              <a:rPr dirty="0"/>
              <a:t>'. Les </a:t>
            </a:r>
            <a:r>
              <a:rPr dirty="0" err="1"/>
              <a:t>changements</a:t>
            </a:r>
            <a:r>
              <a:rPr dirty="0"/>
              <a:t> </a:t>
            </a:r>
            <a:r>
              <a:rPr dirty="0" err="1"/>
              <a:t>sont</a:t>
            </a:r>
            <a:r>
              <a:rPr dirty="0"/>
              <a:t> </a:t>
            </a:r>
            <a:r>
              <a:rPr dirty="0" err="1"/>
              <a:t>reflétés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tous</a:t>
            </a:r>
            <a:r>
              <a:rPr dirty="0"/>
              <a:t> les modules.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4. Pour </a:t>
            </a:r>
            <a:r>
              <a:rPr dirty="0" err="1"/>
              <a:t>supprimer</a:t>
            </a:r>
            <a:r>
              <a:rPr dirty="0"/>
              <a:t> : </a:t>
            </a:r>
            <a:r>
              <a:rPr dirty="0" err="1"/>
              <a:t>cliquez</a:t>
            </a:r>
            <a:r>
              <a:rPr dirty="0"/>
              <a:t> sur le bouton rouge </a:t>
            </a:r>
            <a:r>
              <a:rPr dirty="0" err="1"/>
              <a:t>Corbeille</a:t>
            </a:r>
            <a:r>
              <a:rPr dirty="0"/>
              <a:t> et </a:t>
            </a:r>
            <a:r>
              <a:rPr dirty="0" err="1"/>
              <a:t>confirmez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5. ATTENTION : La suppression d'une </a:t>
            </a:r>
            <a:r>
              <a:rPr dirty="0" err="1"/>
              <a:t>classe</a:t>
            </a:r>
            <a:r>
              <a:rPr dirty="0"/>
              <a:t> retire </a:t>
            </a:r>
            <a:r>
              <a:rPr dirty="0" err="1"/>
              <a:t>aussi</a:t>
            </a:r>
            <a:r>
              <a:rPr dirty="0"/>
              <a:t> </a:t>
            </a:r>
            <a:r>
              <a:rPr dirty="0" err="1"/>
              <a:t>tous</a:t>
            </a:r>
            <a:r>
              <a:rPr dirty="0"/>
              <a:t> </a:t>
            </a:r>
            <a:r>
              <a:rPr dirty="0" err="1"/>
              <a:t>ses</a:t>
            </a:r>
            <a:r>
              <a:rPr dirty="0"/>
              <a:t> </a:t>
            </a:r>
            <a:r>
              <a:rPr dirty="0" err="1"/>
              <a:t>cours</a:t>
            </a:r>
            <a:r>
              <a:rPr dirty="0"/>
              <a:t> </a:t>
            </a:r>
            <a:r>
              <a:rPr dirty="0" err="1"/>
              <a:t>planifiés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5 : GESTION DES MATIÈRES &amp; COEFFICIENTS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ajouter une nouvelle matière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Allez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l'onglet</a:t>
            </a:r>
            <a:r>
              <a:rPr dirty="0"/>
              <a:t> </a:t>
            </a:r>
            <a:r>
              <a:rPr lang="fr-FR" dirty="0" smtClean="0"/>
              <a:t> ‘ Emploi du Temps – EDT </a:t>
            </a:r>
            <a:r>
              <a:rPr dirty="0" smtClean="0"/>
              <a:t>' </a:t>
            </a:r>
            <a:r>
              <a:rPr lang="fr-FR" i="1" dirty="0" smtClean="0"/>
              <a:t>puis cliquer sur  </a:t>
            </a:r>
            <a:r>
              <a:rPr dirty="0" smtClean="0"/>
              <a:t>'EDT </a:t>
            </a:r>
            <a:r>
              <a:rPr lang="fr-FR" dirty="0" smtClean="0"/>
              <a:t>–</a:t>
            </a:r>
            <a:r>
              <a:rPr dirty="0" smtClean="0"/>
              <a:t> </a:t>
            </a:r>
            <a:r>
              <a:rPr lang="fr-FR" dirty="0" smtClean="0"/>
              <a:t>Matières de l’école</a:t>
            </a:r>
            <a:r>
              <a:rPr dirty="0" smtClean="0"/>
              <a:t>'.</a:t>
            </a:r>
            <a:endParaRPr dirty="0"/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Dans</a:t>
            </a:r>
            <a:r>
              <a:rPr dirty="0"/>
              <a:t> le </a:t>
            </a:r>
            <a:r>
              <a:rPr dirty="0" err="1"/>
              <a:t>formulaire</a:t>
            </a:r>
            <a:r>
              <a:rPr dirty="0"/>
              <a:t> '</a:t>
            </a:r>
            <a:r>
              <a:rPr dirty="0" err="1"/>
              <a:t>Ajouter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Matière</a:t>
            </a:r>
            <a:r>
              <a:rPr dirty="0"/>
              <a:t>', </a:t>
            </a:r>
            <a:r>
              <a:rPr dirty="0" err="1"/>
              <a:t>saisissez</a:t>
            </a:r>
            <a:r>
              <a:rPr dirty="0"/>
              <a:t>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Nom de la </a:t>
            </a:r>
            <a:r>
              <a:rPr dirty="0" err="1"/>
              <a:t>matière</a:t>
            </a:r>
            <a:r>
              <a:rPr dirty="0"/>
              <a:t> (ex: </a:t>
            </a:r>
            <a:r>
              <a:rPr dirty="0" err="1"/>
              <a:t>Mathématiques</a:t>
            </a:r>
            <a:r>
              <a:rPr dirty="0"/>
              <a:t>, </a:t>
            </a:r>
            <a:r>
              <a:rPr dirty="0" err="1"/>
              <a:t>Français</a:t>
            </a:r>
            <a:r>
              <a:rPr dirty="0"/>
              <a:t>, </a:t>
            </a:r>
            <a:r>
              <a:rPr dirty="0" err="1"/>
              <a:t>Anglais</a:t>
            </a:r>
            <a:r>
              <a:rPr dirty="0"/>
              <a:t>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Coefficient : </a:t>
            </a:r>
            <a:r>
              <a:rPr dirty="0" err="1"/>
              <a:t>poids</a:t>
            </a:r>
            <a:r>
              <a:rPr dirty="0"/>
              <a:t> de la </a:t>
            </a:r>
            <a:r>
              <a:rPr dirty="0" err="1"/>
              <a:t>matière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le </a:t>
            </a:r>
            <a:r>
              <a:rPr dirty="0" err="1"/>
              <a:t>calcul</a:t>
            </a:r>
            <a:r>
              <a:rPr dirty="0"/>
              <a:t> des </a:t>
            </a:r>
            <a:r>
              <a:rPr dirty="0" err="1"/>
              <a:t>moyennes</a:t>
            </a:r>
            <a:r>
              <a:rPr dirty="0"/>
              <a:t> (ex: 4 pour Math)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Cochez</a:t>
            </a:r>
            <a:r>
              <a:rPr dirty="0"/>
              <a:t> 'Langue </a:t>
            </a:r>
            <a:r>
              <a:rPr dirty="0" err="1"/>
              <a:t>Vivante</a:t>
            </a:r>
            <a:r>
              <a:rPr dirty="0"/>
              <a:t> 2 (LV2)' 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c'est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langue facultative (ex: </a:t>
            </a:r>
            <a:r>
              <a:rPr dirty="0" err="1"/>
              <a:t>Espagnol</a:t>
            </a:r>
            <a:r>
              <a:rPr dirty="0"/>
              <a:t>, </a:t>
            </a:r>
            <a:r>
              <a:rPr dirty="0" err="1"/>
              <a:t>Allemand</a:t>
            </a:r>
            <a:r>
              <a:rPr dirty="0"/>
              <a:t>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Choisissez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couleur</a:t>
            </a:r>
            <a:r>
              <a:rPr dirty="0"/>
              <a:t> pour </a:t>
            </a:r>
            <a:r>
              <a:rPr dirty="0" err="1"/>
              <a:t>l'affichage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l'EDT</a:t>
            </a:r>
            <a:endParaRPr dirty="0"/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7. </a:t>
            </a:r>
            <a:r>
              <a:rPr dirty="0" err="1"/>
              <a:t>Cliquez</a:t>
            </a:r>
            <a:r>
              <a:rPr dirty="0"/>
              <a:t> sur '</a:t>
            </a:r>
            <a:r>
              <a:rPr dirty="0" err="1"/>
              <a:t>Ajouter</a:t>
            </a:r>
            <a:r>
              <a:rPr dirty="0"/>
              <a:t> la </a:t>
            </a:r>
            <a:r>
              <a:rPr dirty="0" err="1"/>
              <a:t>Matière</a:t>
            </a:r>
            <a:r>
              <a:rPr dirty="0"/>
              <a:t>'.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5 : GESTION DES MATIÈRES &amp; COEFFICIENTS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modifier le coefficient d'une matière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Dans</a:t>
            </a:r>
            <a:r>
              <a:rPr dirty="0"/>
              <a:t> la </a:t>
            </a:r>
            <a:r>
              <a:rPr dirty="0" err="1"/>
              <a:t>liste</a:t>
            </a:r>
            <a:r>
              <a:rPr dirty="0"/>
              <a:t> des </a:t>
            </a:r>
            <a:r>
              <a:rPr b="1" dirty="0" err="1" smtClean="0"/>
              <a:t>matières</a:t>
            </a:r>
            <a:r>
              <a:rPr lang="fr-FR" b="1" dirty="0" smtClean="0"/>
              <a:t> (</a:t>
            </a:r>
            <a:r>
              <a:rPr lang="fr-FR" b="1" dirty="0"/>
              <a:t>l'onglet  ‘ Emploi du Temps – EDT ' </a:t>
            </a:r>
            <a:r>
              <a:rPr lang="fr-FR" b="1" i="1" dirty="0"/>
              <a:t>puis cliquer sur  </a:t>
            </a:r>
            <a:r>
              <a:rPr lang="fr-FR" b="1" dirty="0"/>
              <a:t>'EDT – Matières de l’école</a:t>
            </a:r>
            <a:r>
              <a:rPr lang="fr-FR" b="1" dirty="0" smtClean="0"/>
              <a:t>')</a:t>
            </a:r>
            <a:r>
              <a:rPr dirty="0" smtClean="0"/>
              <a:t>, </a:t>
            </a:r>
            <a:r>
              <a:rPr dirty="0" err="1"/>
              <a:t>cliquez</a:t>
            </a:r>
            <a:r>
              <a:rPr dirty="0"/>
              <a:t> sur le bouton Modifier de la </a:t>
            </a:r>
            <a:r>
              <a:rPr dirty="0" err="1"/>
              <a:t>matière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Changez</a:t>
            </a:r>
            <a:r>
              <a:rPr dirty="0"/>
              <a:t> la </a:t>
            </a:r>
            <a:r>
              <a:rPr dirty="0" err="1"/>
              <a:t>valeur</a:t>
            </a:r>
            <a:r>
              <a:rPr dirty="0"/>
              <a:t> du Coefficient </a:t>
            </a:r>
            <a:r>
              <a:rPr dirty="0" err="1"/>
              <a:t>selon</a:t>
            </a:r>
            <a:r>
              <a:rPr dirty="0"/>
              <a:t> les directives </a:t>
            </a:r>
            <a:r>
              <a:rPr dirty="0" err="1"/>
              <a:t>pédagogiques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Cliquez</a:t>
            </a:r>
            <a:r>
              <a:rPr dirty="0"/>
              <a:t> sur '</a:t>
            </a:r>
            <a:r>
              <a:rPr dirty="0" err="1"/>
              <a:t>Enregistrer</a:t>
            </a:r>
            <a:r>
              <a:rPr dirty="0"/>
              <a:t>'. Les bulletins </a:t>
            </a:r>
            <a:r>
              <a:rPr dirty="0" err="1"/>
              <a:t>recalculent</a:t>
            </a:r>
            <a:r>
              <a:rPr dirty="0"/>
              <a:t> </a:t>
            </a:r>
            <a:r>
              <a:rPr dirty="0" err="1"/>
              <a:t>automatiquement</a:t>
            </a:r>
            <a:r>
              <a:rPr dirty="0"/>
              <a:t> les </a:t>
            </a:r>
            <a:r>
              <a:rPr dirty="0" err="1"/>
              <a:t>moyennes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6 : GESTION DES ENSEIGNANTS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ajouter un enseignant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Allez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l'onglet</a:t>
            </a:r>
            <a:r>
              <a:rPr dirty="0"/>
              <a:t> </a:t>
            </a:r>
            <a:r>
              <a:rPr dirty="0" smtClean="0"/>
              <a:t>'</a:t>
            </a:r>
            <a:r>
              <a:rPr lang="fr-FR" dirty="0" smtClean="0"/>
              <a:t>Gestion </a:t>
            </a:r>
            <a:r>
              <a:rPr dirty="0" smtClean="0"/>
              <a:t>&amp; </a:t>
            </a:r>
            <a:r>
              <a:rPr lang="fr-FR" dirty="0" smtClean="0"/>
              <a:t>Scolarité(ERP)</a:t>
            </a:r>
            <a:r>
              <a:rPr dirty="0" smtClean="0"/>
              <a:t>'</a:t>
            </a:r>
            <a:r>
              <a:rPr lang="fr-FR" dirty="0" smtClean="0"/>
              <a:t> puis cliquer sur </a:t>
            </a:r>
            <a:r>
              <a:rPr lang="fr-FR" dirty="0"/>
              <a:t>'Enseignants &amp; Équipes</a:t>
            </a:r>
            <a:r>
              <a:rPr lang="fr-FR" dirty="0" smtClean="0"/>
              <a:t>'.</a:t>
            </a:r>
            <a:endParaRPr dirty="0"/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Dans</a:t>
            </a:r>
            <a:r>
              <a:rPr dirty="0"/>
              <a:t> le </a:t>
            </a:r>
            <a:r>
              <a:rPr dirty="0" err="1"/>
              <a:t>formulaire</a:t>
            </a:r>
            <a:r>
              <a:rPr dirty="0"/>
              <a:t> </a:t>
            </a:r>
            <a:r>
              <a:rPr dirty="0" err="1"/>
              <a:t>d'ajout</a:t>
            </a:r>
            <a:r>
              <a:rPr dirty="0"/>
              <a:t>, </a:t>
            </a:r>
            <a:r>
              <a:rPr dirty="0" err="1"/>
              <a:t>saisissez</a:t>
            </a:r>
            <a:r>
              <a:rPr dirty="0"/>
              <a:t>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Nom et </a:t>
            </a:r>
            <a:r>
              <a:rPr dirty="0" err="1"/>
              <a:t>Prénom</a:t>
            </a:r>
            <a:r>
              <a:rPr dirty="0"/>
              <a:t> </a:t>
            </a:r>
            <a:r>
              <a:rPr dirty="0" err="1"/>
              <a:t>complets</a:t>
            </a:r>
            <a:endParaRPr dirty="0"/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Matière</a:t>
            </a:r>
            <a:r>
              <a:rPr dirty="0"/>
              <a:t>(s) </a:t>
            </a:r>
            <a:r>
              <a:rPr dirty="0" err="1"/>
              <a:t>enseignée</a:t>
            </a:r>
            <a:r>
              <a:rPr dirty="0"/>
              <a:t>(s)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Téléphone</a:t>
            </a:r>
            <a:r>
              <a:rPr dirty="0"/>
              <a:t> et Email </a:t>
            </a:r>
            <a:r>
              <a:rPr dirty="0" err="1"/>
              <a:t>professionnel</a:t>
            </a:r>
            <a:endParaRPr dirty="0"/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Statut</a:t>
            </a:r>
            <a:r>
              <a:rPr dirty="0"/>
              <a:t> (</a:t>
            </a:r>
            <a:r>
              <a:rPr dirty="0" err="1"/>
              <a:t>Titulaire</a:t>
            </a:r>
            <a:r>
              <a:rPr dirty="0"/>
              <a:t>, </a:t>
            </a:r>
            <a:r>
              <a:rPr dirty="0" err="1"/>
              <a:t>Contractuel</a:t>
            </a:r>
            <a:r>
              <a:rPr dirty="0"/>
              <a:t>, </a:t>
            </a:r>
            <a:r>
              <a:rPr dirty="0" err="1"/>
              <a:t>Vacataire</a:t>
            </a:r>
            <a:r>
              <a:rPr dirty="0"/>
              <a:t>)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7. </a:t>
            </a:r>
            <a:r>
              <a:rPr dirty="0" err="1"/>
              <a:t>Cliquez</a:t>
            </a:r>
            <a:r>
              <a:rPr dirty="0"/>
              <a:t> sur '</a:t>
            </a:r>
            <a:r>
              <a:rPr dirty="0" err="1"/>
              <a:t>Ajouter</a:t>
            </a:r>
            <a:r>
              <a:rPr dirty="0"/>
              <a:t> </a:t>
            </a:r>
            <a:r>
              <a:rPr dirty="0" err="1"/>
              <a:t>l'Enseignant</a:t>
            </a:r>
            <a:r>
              <a:rPr dirty="0"/>
              <a:t>'.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6 : GESTION DES ENSEIGNANTS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déclarer les indisponibilités d'un enseignant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Allez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l'Espace</a:t>
            </a:r>
            <a:r>
              <a:rPr dirty="0"/>
              <a:t> </a:t>
            </a:r>
            <a:r>
              <a:rPr dirty="0" err="1"/>
              <a:t>Enseignant</a:t>
            </a:r>
            <a:r>
              <a:rPr dirty="0"/>
              <a:t> </a:t>
            </a:r>
            <a:r>
              <a:rPr dirty="0" smtClean="0"/>
              <a:t>(</a:t>
            </a:r>
            <a:r>
              <a:rPr lang="fr-FR" dirty="0" smtClean="0"/>
              <a:t>dans l’onglet </a:t>
            </a:r>
            <a:r>
              <a:rPr dirty="0" err="1" smtClean="0"/>
              <a:t>Portail</a:t>
            </a:r>
            <a:r>
              <a:rPr dirty="0" smtClean="0"/>
              <a:t> </a:t>
            </a:r>
            <a:r>
              <a:rPr lang="fr-FR" dirty="0" err="1" smtClean="0"/>
              <a:t>Dedies</a:t>
            </a:r>
            <a:r>
              <a:rPr lang="fr-FR" dirty="0" smtClean="0"/>
              <a:t> puis cliquer sur ‘Espace enseignant individuel</a:t>
            </a:r>
            <a:r>
              <a:rPr dirty="0" smtClean="0"/>
              <a:t>).</a:t>
            </a:r>
            <a:endParaRPr dirty="0"/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Sélectionnez</a:t>
            </a:r>
            <a:r>
              <a:rPr dirty="0"/>
              <a:t> le </a:t>
            </a:r>
            <a:r>
              <a:rPr dirty="0" err="1"/>
              <a:t>professeur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la </a:t>
            </a:r>
            <a:r>
              <a:rPr dirty="0" err="1"/>
              <a:t>liste</a:t>
            </a:r>
            <a:r>
              <a:rPr dirty="0"/>
              <a:t> </a:t>
            </a:r>
            <a:r>
              <a:rPr dirty="0" err="1"/>
              <a:t>déroulante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haut.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Repérez</a:t>
            </a:r>
            <a:r>
              <a:rPr dirty="0"/>
              <a:t> la grille </a:t>
            </a:r>
            <a:r>
              <a:rPr dirty="0" err="1"/>
              <a:t>horaire</a:t>
            </a:r>
            <a:r>
              <a:rPr dirty="0"/>
              <a:t> </a:t>
            </a:r>
            <a:r>
              <a:rPr dirty="0" err="1"/>
              <a:t>hebdomadaire</a:t>
            </a:r>
            <a:r>
              <a:rPr dirty="0"/>
              <a:t> </a:t>
            </a:r>
            <a:r>
              <a:rPr dirty="0" err="1"/>
              <a:t>affichée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4. </a:t>
            </a:r>
            <a:r>
              <a:rPr dirty="0" err="1"/>
              <a:t>Cliquez</a:t>
            </a:r>
            <a:r>
              <a:rPr dirty="0"/>
              <a:t> </a:t>
            </a:r>
            <a:r>
              <a:rPr dirty="0" err="1"/>
              <a:t>directement</a:t>
            </a:r>
            <a:r>
              <a:rPr dirty="0"/>
              <a:t> sur </a:t>
            </a:r>
            <a:r>
              <a:rPr dirty="0" err="1"/>
              <a:t>une</a:t>
            </a:r>
            <a:r>
              <a:rPr dirty="0"/>
              <a:t> case de la grille pour la </a:t>
            </a:r>
            <a:r>
              <a:rPr dirty="0" err="1"/>
              <a:t>basculer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'</a:t>
            </a:r>
            <a:r>
              <a:rPr dirty="0" err="1"/>
              <a:t>Indisponible</a:t>
            </a:r>
            <a:r>
              <a:rPr dirty="0"/>
              <a:t>' (case </a:t>
            </a:r>
            <a:r>
              <a:rPr dirty="0" err="1"/>
              <a:t>grisée</a:t>
            </a:r>
            <a:r>
              <a:rPr dirty="0"/>
              <a:t> avec ❌).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5. </a:t>
            </a:r>
            <a:r>
              <a:rPr dirty="0" err="1"/>
              <a:t>Recliquez</a:t>
            </a:r>
            <a:r>
              <a:rPr dirty="0"/>
              <a:t> sur la case pour la </a:t>
            </a:r>
            <a:r>
              <a:rPr dirty="0" err="1"/>
              <a:t>remettre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disponible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6. Les </a:t>
            </a:r>
            <a:r>
              <a:rPr dirty="0" err="1"/>
              <a:t>créneaux</a:t>
            </a:r>
            <a:r>
              <a:rPr dirty="0"/>
              <a:t> </a:t>
            </a:r>
            <a:r>
              <a:rPr dirty="0" err="1"/>
              <a:t>indisponibles</a:t>
            </a:r>
            <a:r>
              <a:rPr dirty="0"/>
              <a:t> </a:t>
            </a:r>
            <a:r>
              <a:rPr dirty="0" err="1"/>
              <a:t>bloquent</a:t>
            </a:r>
            <a:r>
              <a:rPr dirty="0"/>
              <a:t> </a:t>
            </a:r>
            <a:r>
              <a:rPr dirty="0" err="1"/>
              <a:t>automatiquement</a:t>
            </a:r>
            <a:r>
              <a:rPr dirty="0"/>
              <a:t> la </a:t>
            </a:r>
            <a:r>
              <a:rPr dirty="0" err="1"/>
              <a:t>planification</a:t>
            </a:r>
            <a:r>
              <a:rPr dirty="0"/>
              <a:t> de </a:t>
            </a:r>
            <a:r>
              <a:rPr dirty="0" err="1"/>
              <a:t>cours</a:t>
            </a:r>
            <a:r>
              <a:rPr dirty="0"/>
              <a:t> sur </a:t>
            </a:r>
            <a:r>
              <a:rPr dirty="0" err="1"/>
              <a:t>ces</a:t>
            </a:r>
            <a:r>
              <a:rPr dirty="0"/>
              <a:t> </a:t>
            </a:r>
            <a:r>
              <a:rPr dirty="0" err="1"/>
              <a:t>plages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6 : GESTION DES ENSEIGNANTS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affecter un professeur principal à une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Allez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l'onglet</a:t>
            </a:r>
            <a:r>
              <a:rPr dirty="0"/>
              <a:t> </a:t>
            </a:r>
            <a:r>
              <a:rPr lang="fr-FR" dirty="0" smtClean="0"/>
              <a:t>(Emploi du temps – EDT  puis cliquer sur le sous menu  ‘EDT- classes &amp; </a:t>
            </a:r>
            <a:r>
              <a:rPr lang="fr-FR" dirty="0" err="1" smtClean="0"/>
              <a:t>Series</a:t>
            </a:r>
            <a:r>
              <a:rPr lang="fr-FR" dirty="0" smtClean="0"/>
              <a:t>’)</a:t>
            </a:r>
            <a:r>
              <a:rPr dirty="0" smtClean="0"/>
              <a:t>.</a:t>
            </a:r>
            <a:endParaRPr dirty="0"/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Cliquez</a:t>
            </a:r>
            <a:r>
              <a:rPr dirty="0"/>
              <a:t> sur Modifier pour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concernée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Dans</a:t>
            </a:r>
            <a:r>
              <a:rPr dirty="0"/>
              <a:t> le champ '</a:t>
            </a:r>
            <a:r>
              <a:rPr dirty="0" err="1"/>
              <a:t>Professeur</a:t>
            </a:r>
            <a:r>
              <a:rPr dirty="0"/>
              <a:t> Principal', </a:t>
            </a:r>
            <a:r>
              <a:rPr dirty="0" err="1"/>
              <a:t>sélectionnez</a:t>
            </a:r>
            <a:r>
              <a:rPr dirty="0"/>
              <a:t> </a:t>
            </a:r>
            <a:r>
              <a:rPr dirty="0" err="1"/>
              <a:t>l'enseignant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la </a:t>
            </a:r>
            <a:r>
              <a:rPr dirty="0" err="1"/>
              <a:t>liste</a:t>
            </a:r>
            <a:r>
              <a:rPr dirty="0"/>
              <a:t> </a:t>
            </a:r>
            <a:r>
              <a:rPr dirty="0" err="1"/>
              <a:t>déroulante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4. </a:t>
            </a:r>
            <a:r>
              <a:rPr dirty="0" err="1"/>
              <a:t>Cliquez</a:t>
            </a:r>
            <a:r>
              <a:rPr dirty="0"/>
              <a:t> sur '</a:t>
            </a:r>
            <a:r>
              <a:rPr dirty="0" err="1"/>
              <a:t>Enregistrer</a:t>
            </a:r>
            <a:r>
              <a:rPr dirty="0"/>
              <a:t>'. Le nom </a:t>
            </a:r>
            <a:r>
              <a:rPr dirty="0" err="1"/>
              <a:t>apparaîtra</a:t>
            </a:r>
            <a:r>
              <a:rPr dirty="0"/>
              <a:t> sur </a:t>
            </a:r>
            <a:r>
              <a:rPr dirty="0" err="1"/>
              <a:t>tous</a:t>
            </a:r>
            <a:r>
              <a:rPr dirty="0"/>
              <a:t> les bulletins de </a:t>
            </a:r>
            <a:r>
              <a:rPr dirty="0" err="1"/>
              <a:t>cette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7 : GESTION DES SALLES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ajouter une salle de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Allez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 smtClean="0"/>
              <a:t>l'onglet</a:t>
            </a:r>
            <a:r>
              <a:rPr lang="fr-FR" dirty="0" smtClean="0"/>
              <a:t> (Emploi du Temps – EDT   puis cliquer sur le sous menu </a:t>
            </a:r>
            <a:r>
              <a:rPr dirty="0" smtClean="0"/>
              <a:t> </a:t>
            </a:r>
            <a:r>
              <a:rPr dirty="0"/>
              <a:t>'EDT - </a:t>
            </a:r>
            <a:r>
              <a:rPr dirty="0" err="1"/>
              <a:t>Salles</a:t>
            </a:r>
            <a:r>
              <a:rPr dirty="0"/>
              <a:t> </a:t>
            </a:r>
            <a:r>
              <a:rPr lang="fr-FR" dirty="0" smtClean="0"/>
              <a:t>de cours</a:t>
            </a:r>
            <a:r>
              <a:rPr dirty="0" smtClean="0"/>
              <a:t>'.</a:t>
            </a:r>
            <a:endParaRPr dirty="0"/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Dans</a:t>
            </a:r>
            <a:r>
              <a:rPr dirty="0"/>
              <a:t> le </a:t>
            </a:r>
            <a:r>
              <a:rPr dirty="0" err="1"/>
              <a:t>formulaire</a:t>
            </a:r>
            <a:r>
              <a:rPr dirty="0"/>
              <a:t> '</a:t>
            </a:r>
            <a:r>
              <a:rPr dirty="0" err="1"/>
              <a:t>Ajouter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Salle', </a:t>
            </a:r>
            <a:r>
              <a:rPr dirty="0" err="1"/>
              <a:t>saisissez</a:t>
            </a:r>
            <a:r>
              <a:rPr dirty="0"/>
              <a:t>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Identifiant</a:t>
            </a:r>
            <a:r>
              <a:rPr dirty="0"/>
              <a:t> (ex: s101, slab, </a:t>
            </a:r>
            <a:r>
              <a:rPr dirty="0" err="1"/>
              <a:t>sgym</a:t>
            </a:r>
            <a:r>
              <a:rPr dirty="0"/>
              <a:t>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Nom </a:t>
            </a:r>
            <a:r>
              <a:rPr dirty="0" err="1"/>
              <a:t>complet</a:t>
            </a:r>
            <a:r>
              <a:rPr dirty="0"/>
              <a:t> (ex: Salle 101 - Standard)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Type : Standard, </a:t>
            </a:r>
            <a:r>
              <a:rPr dirty="0" err="1"/>
              <a:t>Laboratoire</a:t>
            </a:r>
            <a:r>
              <a:rPr dirty="0"/>
              <a:t>, </a:t>
            </a:r>
            <a:r>
              <a:rPr dirty="0" err="1"/>
              <a:t>Gymnase</a:t>
            </a:r>
            <a:r>
              <a:rPr dirty="0"/>
              <a:t>, Atelier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Capacité</a:t>
            </a:r>
            <a:r>
              <a:rPr dirty="0"/>
              <a:t> </a:t>
            </a:r>
            <a:r>
              <a:rPr dirty="0" err="1"/>
              <a:t>maximale</a:t>
            </a:r>
            <a:endParaRPr dirty="0"/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7. </a:t>
            </a:r>
            <a:r>
              <a:rPr dirty="0" err="1"/>
              <a:t>Cliquez</a:t>
            </a:r>
            <a:r>
              <a:rPr dirty="0"/>
              <a:t> sur '</a:t>
            </a:r>
            <a:r>
              <a:rPr dirty="0" err="1"/>
              <a:t>Ajouter</a:t>
            </a:r>
            <a:r>
              <a:rPr dirty="0"/>
              <a:t> la Salle'. Elle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disponible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le </a:t>
            </a:r>
            <a:r>
              <a:rPr dirty="0" err="1"/>
              <a:t>planificateur</a:t>
            </a:r>
            <a:r>
              <a:rPr dirty="0"/>
              <a:t> </a:t>
            </a:r>
            <a:r>
              <a:rPr dirty="0" err="1"/>
              <a:t>d'EDT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8 : EMPLOI DU TEMPS (EDT)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planifier un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Allez</a:t>
            </a:r>
            <a:r>
              <a:rPr dirty="0"/>
              <a:t> sur </a:t>
            </a:r>
            <a:r>
              <a:rPr dirty="0" err="1" smtClean="0"/>
              <a:t>l'onglet</a:t>
            </a:r>
            <a:r>
              <a:rPr lang="fr-FR" dirty="0" smtClean="0"/>
              <a:t> (Emploi du Temps – EDT   puis cliquer sur le sous menu </a:t>
            </a:r>
            <a:r>
              <a:rPr dirty="0" smtClean="0"/>
              <a:t> </a:t>
            </a:r>
            <a:r>
              <a:rPr dirty="0"/>
              <a:t>'EDT </a:t>
            </a:r>
            <a:r>
              <a:rPr lang="fr-FR" dirty="0" smtClean="0"/>
              <a:t>–</a:t>
            </a:r>
            <a:r>
              <a:rPr dirty="0" smtClean="0"/>
              <a:t> </a:t>
            </a:r>
            <a:r>
              <a:rPr lang="fr-FR" dirty="0" smtClean="0"/>
              <a:t>Ordonnancer </a:t>
            </a:r>
            <a:r>
              <a:rPr dirty="0" smtClean="0"/>
              <a:t>'.</a:t>
            </a:r>
            <a:endParaRPr dirty="0"/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Dans</a:t>
            </a:r>
            <a:r>
              <a:rPr dirty="0"/>
              <a:t> le </a:t>
            </a:r>
            <a:r>
              <a:rPr dirty="0" err="1"/>
              <a:t>formulaire</a:t>
            </a:r>
            <a:r>
              <a:rPr dirty="0"/>
              <a:t> à gauche, </a:t>
            </a:r>
            <a:r>
              <a:rPr dirty="0" err="1"/>
              <a:t>sélectionnez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l'ordre</a:t>
            </a:r>
            <a:r>
              <a:rPr dirty="0"/>
              <a:t>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1. La </a:t>
            </a:r>
            <a:r>
              <a:rPr dirty="0" err="1"/>
              <a:t>Classe</a:t>
            </a:r>
            <a:r>
              <a:rPr dirty="0"/>
              <a:t> (ex: 6ème A)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2. Le </a:t>
            </a:r>
            <a:r>
              <a:rPr dirty="0" err="1"/>
              <a:t>Professeur</a:t>
            </a:r>
            <a:r>
              <a:rPr dirty="0"/>
              <a:t> (ex: M. </a:t>
            </a:r>
            <a:r>
              <a:rPr dirty="0" err="1"/>
              <a:t>Koffi</a:t>
            </a:r>
            <a:r>
              <a:rPr dirty="0"/>
              <a:t>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3. La </a:t>
            </a:r>
            <a:r>
              <a:rPr dirty="0" err="1"/>
              <a:t>Matière</a:t>
            </a:r>
            <a:r>
              <a:rPr dirty="0"/>
              <a:t> (ex: </a:t>
            </a:r>
            <a:r>
              <a:rPr dirty="0" err="1"/>
              <a:t>Mathématiques</a:t>
            </a:r>
            <a:r>
              <a:rPr dirty="0"/>
              <a:t>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4. La Salle (ex: Salle 101)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5. Le Jour (ex: </a:t>
            </a:r>
            <a:r>
              <a:rPr dirty="0" err="1"/>
              <a:t>Lundi</a:t>
            </a:r>
            <a:r>
              <a:rPr dirty="0"/>
              <a:t>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6. Le </a:t>
            </a:r>
            <a:r>
              <a:rPr dirty="0" err="1"/>
              <a:t>Créneau</a:t>
            </a:r>
            <a:r>
              <a:rPr dirty="0"/>
              <a:t> </a:t>
            </a:r>
            <a:r>
              <a:rPr dirty="0" err="1"/>
              <a:t>horaire</a:t>
            </a:r>
            <a:r>
              <a:rPr dirty="0"/>
              <a:t> (ex: 08:00 - 10:00)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9. </a:t>
            </a:r>
            <a:r>
              <a:rPr dirty="0" err="1"/>
              <a:t>Cliquez</a:t>
            </a:r>
            <a:r>
              <a:rPr dirty="0"/>
              <a:t> sur '</a:t>
            </a:r>
            <a:r>
              <a:rPr dirty="0" err="1"/>
              <a:t>Planifier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cours</a:t>
            </a:r>
            <a:r>
              <a:rPr dirty="0"/>
              <a:t>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10. Si </a:t>
            </a:r>
            <a:r>
              <a:rPr dirty="0" err="1"/>
              <a:t>aucun</a:t>
            </a:r>
            <a:r>
              <a:rPr dirty="0"/>
              <a:t> </a:t>
            </a:r>
            <a:r>
              <a:rPr dirty="0" err="1"/>
              <a:t>conflit</a:t>
            </a:r>
            <a:r>
              <a:rPr dirty="0"/>
              <a:t> </a:t>
            </a:r>
            <a:r>
              <a:rPr dirty="0" err="1"/>
              <a:t>n'est</a:t>
            </a:r>
            <a:r>
              <a:rPr dirty="0"/>
              <a:t> </a:t>
            </a:r>
            <a:r>
              <a:rPr dirty="0" err="1"/>
              <a:t>détecté</a:t>
            </a:r>
            <a:r>
              <a:rPr dirty="0"/>
              <a:t>, le </a:t>
            </a:r>
            <a:r>
              <a:rPr dirty="0" err="1"/>
              <a:t>cours</a:t>
            </a:r>
            <a:r>
              <a:rPr dirty="0"/>
              <a:t> </a:t>
            </a:r>
            <a:r>
              <a:rPr dirty="0" err="1"/>
              <a:t>s'affiche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la grille </a:t>
            </a:r>
            <a:r>
              <a:rPr dirty="0" err="1"/>
              <a:t>hebdomadaire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11. Si un </a:t>
            </a:r>
            <a:r>
              <a:rPr dirty="0" err="1"/>
              <a:t>conflit</a:t>
            </a:r>
            <a:r>
              <a:rPr dirty="0"/>
              <a:t>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détecté</a:t>
            </a:r>
            <a:r>
              <a:rPr dirty="0"/>
              <a:t> (prof </a:t>
            </a:r>
            <a:r>
              <a:rPr dirty="0" err="1"/>
              <a:t>occupé</a:t>
            </a:r>
            <a:r>
              <a:rPr dirty="0"/>
              <a:t>, </a:t>
            </a:r>
            <a:r>
              <a:rPr dirty="0" err="1"/>
              <a:t>salle</a:t>
            </a:r>
            <a:r>
              <a:rPr dirty="0"/>
              <a:t> </a:t>
            </a:r>
            <a:r>
              <a:rPr dirty="0" err="1"/>
              <a:t>prise</a:t>
            </a:r>
            <a:r>
              <a:rPr dirty="0"/>
              <a:t>, </a:t>
            </a:r>
            <a:r>
              <a:rPr dirty="0" err="1"/>
              <a:t>indispo</a:t>
            </a:r>
            <a:r>
              <a:rPr dirty="0"/>
              <a:t>),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alerte</a:t>
            </a:r>
            <a:r>
              <a:rPr dirty="0"/>
              <a:t> rouge </a:t>
            </a:r>
            <a:r>
              <a:rPr dirty="0" err="1"/>
              <a:t>bloque</a:t>
            </a:r>
            <a:r>
              <a:rPr dirty="0"/>
              <a:t> la </a:t>
            </a:r>
            <a:r>
              <a:rPr dirty="0" err="1"/>
              <a:t>création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8 : EMPLOI DU TEMPS (EDT)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supprimer un cours planifié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Dans</a:t>
            </a:r>
            <a:r>
              <a:rPr dirty="0"/>
              <a:t> </a:t>
            </a:r>
            <a:r>
              <a:rPr lang="fr-FR" dirty="0"/>
              <a:t>l'onglet (Emploi du Temps – EDT   puis cliquer sur le sous menu  'EDT – </a:t>
            </a:r>
            <a:r>
              <a:rPr lang="fr-FR" dirty="0" smtClean="0"/>
              <a:t>Ordonnancer’ </a:t>
            </a:r>
            <a:r>
              <a:rPr dirty="0" smtClean="0"/>
              <a:t>, </a:t>
            </a:r>
            <a:r>
              <a:rPr dirty="0" err="1"/>
              <a:t>cliquez</a:t>
            </a:r>
            <a:r>
              <a:rPr dirty="0"/>
              <a:t> sur le </a:t>
            </a:r>
            <a:r>
              <a:rPr dirty="0" err="1"/>
              <a:t>cours</a:t>
            </a:r>
            <a:r>
              <a:rPr dirty="0"/>
              <a:t> à </a:t>
            </a:r>
            <a:r>
              <a:rPr dirty="0" err="1" smtClean="0"/>
              <a:t>supprimer</a:t>
            </a:r>
            <a:r>
              <a:rPr lang="fr-FR" dirty="0" smtClean="0"/>
              <a:t>)</a:t>
            </a:r>
            <a:r>
              <a:rPr dirty="0" smtClean="0"/>
              <a:t>.</a:t>
            </a:r>
            <a:endParaRPr dirty="0"/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2. Un </a:t>
            </a:r>
            <a:r>
              <a:rPr dirty="0" err="1"/>
              <a:t>panneau</a:t>
            </a:r>
            <a:r>
              <a:rPr dirty="0"/>
              <a:t> de </a:t>
            </a:r>
            <a:r>
              <a:rPr dirty="0" err="1"/>
              <a:t>détail</a:t>
            </a:r>
            <a:r>
              <a:rPr dirty="0"/>
              <a:t> </a:t>
            </a:r>
            <a:r>
              <a:rPr dirty="0" err="1"/>
              <a:t>s'ouvre</a:t>
            </a:r>
            <a:r>
              <a:rPr dirty="0"/>
              <a:t> à </a:t>
            </a:r>
            <a:r>
              <a:rPr dirty="0" err="1"/>
              <a:t>droite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une</a:t>
            </a:r>
            <a:r>
              <a:rPr dirty="0"/>
              <a:t> </a:t>
            </a:r>
            <a:r>
              <a:rPr dirty="0" err="1"/>
              <a:t>boîte</a:t>
            </a:r>
            <a:r>
              <a:rPr dirty="0"/>
              <a:t> de dialogue </a:t>
            </a:r>
            <a:r>
              <a:rPr dirty="0" err="1"/>
              <a:t>apparaît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Cliquez</a:t>
            </a:r>
            <a:r>
              <a:rPr dirty="0"/>
              <a:t> sur le bouton rouge '</a:t>
            </a:r>
            <a:r>
              <a:rPr dirty="0" err="1"/>
              <a:t>Supprimer</a:t>
            </a:r>
            <a:r>
              <a:rPr dirty="0"/>
              <a:t> </a:t>
            </a:r>
            <a:r>
              <a:rPr dirty="0" err="1"/>
              <a:t>ce</a:t>
            </a:r>
            <a:r>
              <a:rPr dirty="0"/>
              <a:t> </a:t>
            </a:r>
            <a:r>
              <a:rPr dirty="0" err="1"/>
              <a:t>cours</a:t>
            </a:r>
            <a:r>
              <a:rPr dirty="0"/>
              <a:t>' et </a:t>
            </a:r>
            <a:r>
              <a:rPr dirty="0" err="1"/>
              <a:t>confirmez</a:t>
            </a:r>
            <a:r>
              <a:rPr dirty="0"/>
              <a:t>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4. Le </a:t>
            </a:r>
            <a:r>
              <a:rPr dirty="0" err="1"/>
              <a:t>créneau</a:t>
            </a:r>
            <a:r>
              <a:rPr dirty="0"/>
              <a:t>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immédiatement</a:t>
            </a:r>
            <a:r>
              <a:rPr dirty="0"/>
              <a:t> </a:t>
            </a:r>
            <a:r>
              <a:rPr dirty="0" err="1"/>
              <a:t>libéré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8 : EMPLOI DU TEMPS (EDT)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imprimer l'emploi du temps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l'onglet</a:t>
            </a:r>
            <a:r>
              <a:rPr dirty="0"/>
              <a:t> </a:t>
            </a:r>
            <a:r>
              <a:rPr lang="fr-FR" dirty="0" smtClean="0"/>
              <a:t>(</a:t>
            </a:r>
            <a:r>
              <a:rPr lang="fr-FR" b="1" dirty="0" smtClean="0"/>
              <a:t>Emploi </a:t>
            </a:r>
            <a:r>
              <a:rPr lang="fr-FR" b="1" dirty="0"/>
              <a:t>du Temps – EDT   </a:t>
            </a:r>
            <a:r>
              <a:rPr lang="fr-FR" dirty="0"/>
              <a:t>puis cliquer sur le sous menu  </a:t>
            </a:r>
            <a:r>
              <a:rPr lang="fr-FR" b="1" dirty="0"/>
              <a:t>'EDT – Ordonnancer’ </a:t>
            </a:r>
            <a:r>
              <a:rPr dirty="0" smtClean="0"/>
              <a:t>, </a:t>
            </a:r>
            <a:r>
              <a:rPr dirty="0" err="1"/>
              <a:t>utilisez</a:t>
            </a:r>
            <a:r>
              <a:rPr dirty="0"/>
              <a:t> les </a:t>
            </a:r>
            <a:r>
              <a:rPr dirty="0" err="1"/>
              <a:t>filtres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haut pour </a:t>
            </a:r>
            <a:r>
              <a:rPr dirty="0" err="1"/>
              <a:t>choisir</a:t>
            </a:r>
            <a:r>
              <a:rPr dirty="0"/>
              <a:t> la </a:t>
            </a:r>
            <a:r>
              <a:rPr dirty="0" err="1"/>
              <a:t>vue</a:t>
            </a:r>
            <a:r>
              <a:rPr dirty="0"/>
              <a:t>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Par </a:t>
            </a:r>
            <a:r>
              <a:rPr dirty="0" err="1"/>
              <a:t>Classe</a:t>
            </a:r>
            <a:r>
              <a:rPr dirty="0"/>
              <a:t> : </a:t>
            </a:r>
            <a:r>
              <a:rPr dirty="0" err="1"/>
              <a:t>affiche</a:t>
            </a:r>
            <a:r>
              <a:rPr dirty="0"/>
              <a:t> </a:t>
            </a:r>
            <a:r>
              <a:rPr dirty="0" err="1"/>
              <a:t>tous</a:t>
            </a:r>
            <a:r>
              <a:rPr dirty="0"/>
              <a:t> les </a:t>
            </a:r>
            <a:r>
              <a:rPr dirty="0" err="1"/>
              <a:t>cours</a:t>
            </a:r>
            <a:r>
              <a:rPr dirty="0"/>
              <a:t> de la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sélectionnée</a:t>
            </a:r>
            <a:endParaRPr dirty="0"/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Par </a:t>
            </a:r>
            <a:r>
              <a:rPr dirty="0" err="1"/>
              <a:t>Enseignant</a:t>
            </a:r>
            <a:r>
              <a:rPr dirty="0"/>
              <a:t> : </a:t>
            </a:r>
            <a:r>
              <a:rPr dirty="0" err="1"/>
              <a:t>affiche</a:t>
            </a:r>
            <a:r>
              <a:rPr dirty="0"/>
              <a:t> le planning personnel du </a:t>
            </a:r>
            <a:r>
              <a:rPr dirty="0" err="1"/>
              <a:t>professeur</a:t>
            </a:r>
            <a:r>
              <a:rPr dirty="0"/>
              <a:t> </a:t>
            </a:r>
            <a:r>
              <a:rPr dirty="0" err="1"/>
              <a:t>sélectionné</a:t>
            </a:r>
            <a:endParaRPr dirty="0"/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4. </a:t>
            </a:r>
            <a:r>
              <a:rPr dirty="0" err="1"/>
              <a:t>Cliquez</a:t>
            </a:r>
            <a:r>
              <a:rPr dirty="0"/>
              <a:t> sur le bouton '</a:t>
            </a:r>
            <a:r>
              <a:rPr dirty="0" err="1"/>
              <a:t>Imprimer</a:t>
            </a:r>
            <a:r>
              <a:rPr dirty="0"/>
              <a:t>' (</a:t>
            </a:r>
            <a:r>
              <a:rPr dirty="0" err="1"/>
              <a:t>icône</a:t>
            </a:r>
            <a:r>
              <a:rPr dirty="0"/>
              <a:t> </a:t>
            </a:r>
            <a:r>
              <a:rPr dirty="0" err="1"/>
              <a:t>imprimante</a:t>
            </a:r>
            <a:r>
              <a:rPr dirty="0"/>
              <a:t>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5. La </a:t>
            </a:r>
            <a:r>
              <a:rPr dirty="0" err="1"/>
              <a:t>boîte</a:t>
            </a:r>
            <a:r>
              <a:rPr dirty="0"/>
              <a:t> de dialogue </a:t>
            </a:r>
            <a:r>
              <a:rPr dirty="0" err="1"/>
              <a:t>d'impression</a:t>
            </a:r>
            <a:r>
              <a:rPr dirty="0"/>
              <a:t> du </a:t>
            </a:r>
            <a:r>
              <a:rPr dirty="0" err="1"/>
              <a:t>navigateur</a:t>
            </a:r>
            <a:r>
              <a:rPr dirty="0"/>
              <a:t> </a:t>
            </a:r>
            <a:r>
              <a:rPr dirty="0" err="1"/>
              <a:t>s'ouvre</a:t>
            </a:r>
            <a:r>
              <a:rPr dirty="0"/>
              <a:t>. </a:t>
            </a:r>
            <a:r>
              <a:rPr dirty="0" err="1"/>
              <a:t>Choisissez</a:t>
            </a:r>
            <a:r>
              <a:rPr dirty="0"/>
              <a:t> '</a:t>
            </a:r>
            <a:r>
              <a:rPr dirty="0" err="1"/>
              <a:t>Enregistrer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PDF'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imprimez</a:t>
            </a:r>
            <a:r>
              <a:rPr dirty="0"/>
              <a:t> </a:t>
            </a:r>
            <a:r>
              <a:rPr dirty="0" err="1"/>
              <a:t>directement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9 : GESTION DES ÉLÈVES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inscrire un nouvel élève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Allez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l'onglet</a:t>
            </a:r>
            <a:r>
              <a:rPr dirty="0"/>
              <a:t> </a:t>
            </a:r>
            <a:r>
              <a:rPr dirty="0" smtClean="0"/>
              <a:t>'</a:t>
            </a:r>
            <a:r>
              <a:rPr lang="fr-FR" dirty="0" smtClean="0"/>
              <a:t>Gestion &amp; Scolarité - ERP</a:t>
            </a:r>
            <a:r>
              <a:rPr dirty="0" smtClean="0"/>
              <a:t>' </a:t>
            </a:r>
            <a:r>
              <a:rPr dirty="0"/>
              <a:t>du menu </a:t>
            </a:r>
            <a:r>
              <a:rPr dirty="0" smtClean="0"/>
              <a:t>principal</a:t>
            </a:r>
            <a:r>
              <a:rPr lang="fr-FR" dirty="0" smtClean="0"/>
              <a:t> cliquer ensuite sur le sous menu  ‘Gestion des élèves’</a:t>
            </a:r>
            <a:r>
              <a:rPr dirty="0" smtClean="0"/>
              <a:t>.</a:t>
            </a:r>
            <a:endParaRPr dirty="0"/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Dans</a:t>
            </a:r>
            <a:r>
              <a:rPr dirty="0"/>
              <a:t> le </a:t>
            </a:r>
            <a:r>
              <a:rPr dirty="0" err="1" smtClean="0"/>
              <a:t>panneau</a:t>
            </a:r>
            <a:r>
              <a:rPr lang="fr-FR" dirty="0" smtClean="0"/>
              <a:t> clique sur le bouton </a:t>
            </a:r>
            <a:r>
              <a:rPr dirty="0" smtClean="0"/>
              <a:t> </a:t>
            </a:r>
            <a:r>
              <a:rPr dirty="0"/>
              <a:t>'</a:t>
            </a:r>
            <a:r>
              <a:rPr dirty="0" err="1"/>
              <a:t>Inscrire</a:t>
            </a:r>
            <a:r>
              <a:rPr dirty="0"/>
              <a:t> un </a:t>
            </a:r>
            <a:r>
              <a:rPr dirty="0" err="1"/>
              <a:t>nouvel</a:t>
            </a:r>
            <a:r>
              <a:rPr dirty="0"/>
              <a:t> </a:t>
            </a:r>
            <a:r>
              <a:rPr dirty="0" err="1"/>
              <a:t>élève</a:t>
            </a:r>
            <a:r>
              <a:rPr dirty="0"/>
              <a:t>', </a:t>
            </a:r>
            <a:r>
              <a:rPr dirty="0" err="1"/>
              <a:t>remplissez</a:t>
            </a:r>
            <a:r>
              <a:rPr dirty="0"/>
              <a:t>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Nom de </a:t>
            </a:r>
            <a:r>
              <a:rPr dirty="0" err="1"/>
              <a:t>famille</a:t>
            </a:r>
            <a:endParaRPr dirty="0"/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Prénom</a:t>
            </a:r>
            <a:r>
              <a:rPr dirty="0"/>
              <a:t>(s)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Genre (</a:t>
            </a:r>
            <a:r>
              <a:rPr dirty="0" err="1"/>
              <a:t>Masculin</a:t>
            </a:r>
            <a:r>
              <a:rPr dirty="0"/>
              <a:t> / </a:t>
            </a:r>
            <a:r>
              <a:rPr dirty="0" err="1"/>
              <a:t>Féminin</a:t>
            </a:r>
            <a:r>
              <a:rPr dirty="0"/>
              <a:t>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rPr dirty="0"/>
              <a:t>    -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d'affectation</a:t>
            </a:r>
            <a:r>
              <a:rPr dirty="0"/>
              <a:t> (</a:t>
            </a:r>
            <a:r>
              <a:rPr dirty="0" err="1"/>
              <a:t>sélectionnez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la </a:t>
            </a:r>
            <a:r>
              <a:rPr dirty="0" err="1"/>
              <a:t>liste</a:t>
            </a:r>
            <a:r>
              <a:rPr dirty="0"/>
              <a:t> des classes)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7. </a:t>
            </a:r>
            <a:r>
              <a:rPr dirty="0" err="1"/>
              <a:t>Cliquez</a:t>
            </a:r>
            <a:r>
              <a:rPr dirty="0"/>
              <a:t> sur '</a:t>
            </a:r>
            <a:r>
              <a:rPr dirty="0" err="1"/>
              <a:t>Enregistrer</a:t>
            </a:r>
            <a:r>
              <a:rPr dirty="0"/>
              <a:t> </a:t>
            </a:r>
            <a:r>
              <a:rPr dirty="0" err="1"/>
              <a:t>l'inscription</a:t>
            </a:r>
            <a:r>
              <a:rPr dirty="0"/>
              <a:t>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8. </a:t>
            </a:r>
            <a:r>
              <a:rPr dirty="0" err="1"/>
              <a:t>L'élève</a:t>
            </a:r>
            <a:r>
              <a:rPr dirty="0"/>
              <a:t> </a:t>
            </a:r>
            <a:r>
              <a:rPr dirty="0" err="1"/>
              <a:t>apparaît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le </a:t>
            </a:r>
            <a:r>
              <a:rPr dirty="0" err="1"/>
              <a:t>registre</a:t>
            </a:r>
            <a:r>
              <a:rPr dirty="0"/>
              <a:t> de </a:t>
            </a:r>
            <a:r>
              <a:rPr dirty="0" err="1"/>
              <a:t>sa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et </a:t>
            </a:r>
            <a:r>
              <a:rPr dirty="0" err="1"/>
              <a:t>dans</a:t>
            </a:r>
            <a:r>
              <a:rPr dirty="0"/>
              <a:t> la </a:t>
            </a:r>
            <a:r>
              <a:rPr dirty="0" err="1"/>
              <a:t>liste</a:t>
            </a:r>
            <a:r>
              <a:rPr dirty="0"/>
              <a:t> des bulletins.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9 : GESTION DES ÉLÈVES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modifier les informations d'un élève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Dans</a:t>
            </a:r>
            <a:r>
              <a:rPr dirty="0"/>
              <a:t> la </a:t>
            </a:r>
            <a:r>
              <a:rPr dirty="0" err="1"/>
              <a:t>liste</a:t>
            </a:r>
            <a:r>
              <a:rPr dirty="0"/>
              <a:t> des </a:t>
            </a:r>
            <a:r>
              <a:rPr dirty="0" err="1" smtClean="0"/>
              <a:t>élèves</a:t>
            </a:r>
            <a:r>
              <a:rPr lang="fr-FR" dirty="0" smtClean="0"/>
              <a:t> (</a:t>
            </a:r>
            <a:r>
              <a:rPr lang="fr-FR" dirty="0"/>
              <a:t>dans l'onglet 'Gestion &amp; Scolarité - ERP' du menu principal cliquer ensuite sur le sous menu  ‘</a:t>
            </a:r>
            <a:r>
              <a:rPr lang="fr-FR" b="1" dirty="0"/>
              <a:t>Gestion des élèves</a:t>
            </a:r>
            <a:r>
              <a:rPr lang="fr-FR" dirty="0" smtClean="0"/>
              <a:t>’ et cliquer sur le bouton ‘</a:t>
            </a:r>
            <a:r>
              <a:rPr lang="fr-FR" b="1" dirty="0" smtClean="0"/>
              <a:t>Annales &amp; Dossiers’)</a:t>
            </a:r>
            <a:r>
              <a:rPr lang="fr-FR" dirty="0" smtClean="0"/>
              <a:t>.</a:t>
            </a:r>
            <a:endParaRPr lang="fr-FR" dirty="0"/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lang="fr-FR" dirty="0" smtClean="0"/>
              <a:t>)</a:t>
            </a:r>
            <a:r>
              <a:rPr dirty="0" smtClean="0"/>
              <a:t>, </a:t>
            </a:r>
            <a:r>
              <a:rPr dirty="0" err="1"/>
              <a:t>cliquez</a:t>
            </a:r>
            <a:r>
              <a:rPr dirty="0"/>
              <a:t> sur le bouton Modifier (crayon) à </a:t>
            </a:r>
            <a:r>
              <a:rPr dirty="0" err="1"/>
              <a:t>droite</a:t>
            </a:r>
            <a:r>
              <a:rPr dirty="0"/>
              <a:t> de </a:t>
            </a:r>
            <a:r>
              <a:rPr dirty="0" err="1"/>
              <a:t>l'élève</a:t>
            </a:r>
            <a:r>
              <a:rPr dirty="0"/>
              <a:t>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Mettez</a:t>
            </a:r>
            <a:r>
              <a:rPr dirty="0"/>
              <a:t> à jour les champs </a:t>
            </a:r>
            <a:r>
              <a:rPr dirty="0" err="1"/>
              <a:t>nécessaires</a:t>
            </a:r>
            <a:r>
              <a:rPr dirty="0"/>
              <a:t> (nom, </a:t>
            </a:r>
            <a:r>
              <a:rPr dirty="0" err="1"/>
              <a:t>classe</a:t>
            </a:r>
            <a:r>
              <a:rPr dirty="0"/>
              <a:t>, genre).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Cliquez</a:t>
            </a:r>
            <a:r>
              <a:rPr dirty="0"/>
              <a:t> sur '</a:t>
            </a:r>
            <a:r>
              <a:rPr dirty="0" err="1"/>
              <a:t>Enregistrer</a:t>
            </a:r>
            <a:r>
              <a:rPr dirty="0"/>
              <a:t>'. Les bulletins et </a:t>
            </a:r>
            <a:r>
              <a:rPr dirty="0" err="1"/>
              <a:t>registres</a:t>
            </a:r>
            <a:r>
              <a:rPr dirty="0"/>
              <a:t> </a:t>
            </a:r>
            <a:r>
              <a:rPr dirty="0" err="1"/>
              <a:t>sont</a:t>
            </a:r>
            <a:r>
              <a:rPr dirty="0"/>
              <a:t> </a:t>
            </a:r>
            <a:r>
              <a:rPr dirty="0" err="1"/>
              <a:t>mis</a:t>
            </a:r>
            <a:r>
              <a:rPr dirty="0"/>
              <a:t> à jour </a:t>
            </a:r>
            <a:r>
              <a:rPr dirty="0" err="1"/>
              <a:t>automatiquement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9 : GESTION DES ÉLÈVES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changer un élève de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430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lang="fr-FR" dirty="0" smtClean="0"/>
              <a:t>Cliquer sur l’onglet ‘Outils’ du menu général et le sous menu ‘</a:t>
            </a:r>
            <a:r>
              <a:rPr lang="fr-FR" dirty="0" err="1" smtClean="0"/>
              <a:t>Parametres</a:t>
            </a:r>
            <a:r>
              <a:rPr lang="fr-FR" dirty="0" smtClean="0"/>
              <a:t> &amp; outils scolaire’ puis cliquer sur le bouton </a:t>
            </a:r>
            <a:r>
              <a:rPr lang="fr-FR" dirty="0" err="1" smtClean="0"/>
              <a:t>Reaffectation</a:t>
            </a:r>
            <a:r>
              <a:rPr lang="fr-FR" dirty="0" smtClean="0"/>
              <a:t>/ Transfert de classe </a:t>
            </a:r>
            <a:r>
              <a:rPr dirty="0" smtClean="0"/>
              <a:t>.</a:t>
            </a:r>
            <a:endParaRPr dirty="0"/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lang="fr-FR" dirty="0" err="1" smtClean="0"/>
              <a:t>Selection</a:t>
            </a:r>
            <a:r>
              <a:rPr lang="fr-FR" dirty="0" smtClean="0"/>
              <a:t> l’</a:t>
            </a:r>
            <a:r>
              <a:rPr lang="fr-FR" dirty="0" err="1" smtClean="0"/>
              <a:t>eleve</a:t>
            </a:r>
            <a:r>
              <a:rPr lang="fr-FR" dirty="0" smtClean="0"/>
              <a:t> ou les </a:t>
            </a:r>
            <a:r>
              <a:rPr lang="fr-FR" dirty="0" err="1" smtClean="0"/>
              <a:t>eleves</a:t>
            </a:r>
            <a:r>
              <a:rPr lang="fr-FR" dirty="0" smtClean="0"/>
              <a:t> concerné  et </a:t>
            </a:r>
            <a:r>
              <a:rPr dirty="0" err="1" smtClean="0"/>
              <a:t>Changez</a:t>
            </a:r>
            <a:r>
              <a:rPr dirty="0" smtClean="0"/>
              <a:t> </a:t>
            </a:r>
            <a:r>
              <a:rPr dirty="0"/>
              <a:t>la '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d'affectation</a:t>
            </a:r>
            <a:r>
              <a:rPr dirty="0"/>
              <a:t>' </a:t>
            </a:r>
            <a:r>
              <a:rPr dirty="0" err="1"/>
              <a:t>dans</a:t>
            </a:r>
            <a:r>
              <a:rPr dirty="0"/>
              <a:t> le menu </a:t>
            </a:r>
            <a:r>
              <a:rPr dirty="0" err="1"/>
              <a:t>déroulant</a:t>
            </a:r>
            <a:r>
              <a:rPr dirty="0"/>
              <a:t>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Cliquez</a:t>
            </a:r>
            <a:r>
              <a:rPr dirty="0"/>
              <a:t> sur '</a:t>
            </a:r>
            <a:r>
              <a:rPr dirty="0" err="1"/>
              <a:t>Enregistrer</a:t>
            </a:r>
            <a:r>
              <a:rPr dirty="0"/>
              <a:t>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4. ATTENTION : Les notes déjà </a:t>
            </a:r>
            <a:r>
              <a:rPr dirty="0" err="1"/>
              <a:t>saisies</a:t>
            </a:r>
            <a:r>
              <a:rPr dirty="0"/>
              <a:t> pour </a:t>
            </a:r>
            <a:r>
              <a:rPr dirty="0" err="1"/>
              <a:t>l'ancienne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</a:t>
            </a:r>
            <a:r>
              <a:rPr dirty="0" err="1"/>
              <a:t>restent</a:t>
            </a:r>
            <a:r>
              <a:rPr dirty="0"/>
              <a:t> </a:t>
            </a:r>
            <a:r>
              <a:rPr dirty="0" err="1"/>
              <a:t>associées</a:t>
            </a:r>
            <a:r>
              <a:rPr dirty="0"/>
              <a:t> à </a:t>
            </a:r>
            <a:r>
              <a:rPr dirty="0" err="1"/>
              <a:t>l'élève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10 : SAISIE DES NOTES &amp; ÉVALUATIONS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saisir une note via le registre administratif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Connectez-vous</a:t>
            </a:r>
            <a:r>
              <a:rPr dirty="0"/>
              <a:t> avec un </a:t>
            </a:r>
            <a:r>
              <a:rPr dirty="0" err="1"/>
              <a:t>compte</a:t>
            </a:r>
            <a:r>
              <a:rPr dirty="0"/>
              <a:t> </a:t>
            </a:r>
            <a:r>
              <a:rPr dirty="0" err="1"/>
              <a:t>Directeur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Informaticien</a:t>
            </a:r>
            <a:r>
              <a:rPr dirty="0"/>
              <a:t>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Allez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l'onglet</a:t>
            </a:r>
            <a:r>
              <a:rPr dirty="0"/>
              <a:t> </a:t>
            </a:r>
            <a:r>
              <a:rPr lang="fr-FR" dirty="0" err="1" smtClean="0"/>
              <a:t>Pedagogie</a:t>
            </a:r>
            <a:r>
              <a:rPr lang="fr-FR" dirty="0" smtClean="0"/>
              <a:t> </a:t>
            </a:r>
            <a:r>
              <a:rPr dirty="0" smtClean="0"/>
              <a:t>&amp; </a:t>
            </a:r>
            <a:r>
              <a:rPr lang="fr-FR" dirty="0" smtClean="0"/>
              <a:t>notes</a:t>
            </a:r>
            <a:r>
              <a:rPr dirty="0" smtClean="0"/>
              <a:t>'.</a:t>
            </a:r>
            <a:endParaRPr dirty="0"/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3. </a:t>
            </a:r>
            <a:r>
              <a:rPr lang="fr-FR" dirty="0" smtClean="0"/>
              <a:t>Cliquer sur le sous menu ‘Notes &amp; Bulletins</a:t>
            </a:r>
            <a:r>
              <a:rPr dirty="0" smtClean="0"/>
              <a:t>'</a:t>
            </a:r>
            <a:r>
              <a:rPr lang="fr-FR" dirty="0" smtClean="0"/>
              <a:t>  puis clique sur le bouton Enregistrement des NOTES</a:t>
            </a:r>
            <a:r>
              <a:rPr dirty="0" smtClean="0"/>
              <a:t> </a:t>
            </a:r>
            <a:r>
              <a:rPr dirty="0"/>
              <a:t>: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 smtClean="0"/>
              <a:t>9. </a:t>
            </a:r>
            <a:r>
              <a:rPr dirty="0" err="1" smtClean="0"/>
              <a:t>Cliquez</a:t>
            </a:r>
            <a:r>
              <a:rPr dirty="0" smtClean="0"/>
              <a:t> sur '</a:t>
            </a:r>
            <a:r>
              <a:rPr dirty="0" err="1" smtClean="0"/>
              <a:t>Soumettre</a:t>
            </a:r>
            <a:r>
              <a:rPr dirty="0" smtClean="0"/>
              <a:t> au </a:t>
            </a:r>
            <a:r>
              <a:rPr dirty="0" err="1" smtClean="0"/>
              <a:t>Registre</a:t>
            </a:r>
            <a:r>
              <a:rPr dirty="0" smtClean="0"/>
              <a:t> </a:t>
            </a:r>
            <a:r>
              <a:rPr dirty="0" err="1" smtClean="0"/>
              <a:t>Électronique</a:t>
            </a:r>
            <a:r>
              <a:rPr dirty="0" smtClean="0"/>
              <a:t>'.</a:t>
            </a: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10 : SAISIE DES NOTES &amp; ÉVALUATIONS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saisir des notes via le portail enseignant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Connectez-vous</a:t>
            </a:r>
            <a:r>
              <a:rPr dirty="0"/>
              <a:t> avec un </a:t>
            </a:r>
            <a:r>
              <a:rPr dirty="0" err="1"/>
              <a:t>compte</a:t>
            </a:r>
            <a:r>
              <a:rPr dirty="0"/>
              <a:t> </a:t>
            </a:r>
            <a:r>
              <a:rPr dirty="0" err="1"/>
              <a:t>Professeur</a:t>
            </a:r>
            <a:r>
              <a:rPr dirty="0"/>
              <a:t> </a:t>
            </a:r>
            <a:r>
              <a:rPr dirty="0" err="1"/>
              <a:t>autorisé</a:t>
            </a:r>
            <a:r>
              <a:rPr dirty="0"/>
              <a:t> (permission '</a:t>
            </a:r>
            <a:r>
              <a:rPr dirty="0" err="1"/>
              <a:t>Saisie</a:t>
            </a:r>
            <a:r>
              <a:rPr dirty="0"/>
              <a:t> des </a:t>
            </a:r>
            <a:r>
              <a:rPr dirty="0" err="1"/>
              <a:t>Moyennes</a:t>
            </a:r>
            <a:r>
              <a:rPr dirty="0"/>
              <a:t>' active).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Allez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'</a:t>
            </a:r>
            <a:r>
              <a:rPr dirty="0" err="1"/>
              <a:t>Espace</a:t>
            </a:r>
            <a:r>
              <a:rPr dirty="0"/>
              <a:t> </a:t>
            </a:r>
            <a:r>
              <a:rPr dirty="0" err="1"/>
              <a:t>Enseignant</a:t>
            </a:r>
            <a:r>
              <a:rPr dirty="0" smtClean="0"/>
              <a:t>' </a:t>
            </a:r>
            <a:r>
              <a:rPr dirty="0"/>
              <a:t>&gt; sous-section '</a:t>
            </a:r>
            <a:r>
              <a:rPr dirty="0" err="1"/>
              <a:t>Saisie</a:t>
            </a:r>
            <a:r>
              <a:rPr dirty="0"/>
              <a:t> des </a:t>
            </a:r>
            <a:r>
              <a:rPr dirty="0" err="1"/>
              <a:t>Moyennes</a:t>
            </a:r>
            <a:r>
              <a:rPr dirty="0"/>
              <a:t>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Sélectionnez</a:t>
            </a:r>
            <a:r>
              <a:rPr dirty="0"/>
              <a:t> </a:t>
            </a:r>
            <a:r>
              <a:rPr dirty="0" err="1"/>
              <a:t>votre</a:t>
            </a:r>
            <a:r>
              <a:rPr dirty="0"/>
              <a:t> </a:t>
            </a:r>
            <a:r>
              <a:rPr dirty="0" err="1"/>
              <a:t>Classe</a:t>
            </a:r>
            <a:r>
              <a:rPr dirty="0"/>
              <a:t> et </a:t>
            </a:r>
            <a:r>
              <a:rPr dirty="0" err="1"/>
              <a:t>votre</a:t>
            </a:r>
            <a:r>
              <a:rPr dirty="0"/>
              <a:t> </a:t>
            </a:r>
            <a:r>
              <a:rPr dirty="0" err="1"/>
              <a:t>Matière</a:t>
            </a:r>
            <a:r>
              <a:rPr dirty="0"/>
              <a:t> </a:t>
            </a:r>
            <a:r>
              <a:rPr dirty="0" err="1"/>
              <a:t>dans</a:t>
            </a:r>
            <a:r>
              <a:rPr dirty="0"/>
              <a:t> les </a:t>
            </a:r>
            <a:r>
              <a:rPr dirty="0" err="1"/>
              <a:t>filtres</a:t>
            </a:r>
            <a:r>
              <a:rPr dirty="0"/>
              <a:t>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4. La </a:t>
            </a:r>
            <a:r>
              <a:rPr dirty="0" err="1"/>
              <a:t>liste</a:t>
            </a:r>
            <a:r>
              <a:rPr dirty="0"/>
              <a:t> de </a:t>
            </a:r>
            <a:r>
              <a:rPr dirty="0" err="1"/>
              <a:t>vos</a:t>
            </a:r>
            <a:r>
              <a:rPr dirty="0"/>
              <a:t> </a:t>
            </a:r>
            <a:r>
              <a:rPr dirty="0" err="1"/>
              <a:t>élèves</a:t>
            </a:r>
            <a:r>
              <a:rPr dirty="0"/>
              <a:t> </a:t>
            </a:r>
            <a:r>
              <a:rPr dirty="0" err="1"/>
              <a:t>apparaît</a:t>
            </a:r>
            <a:r>
              <a:rPr dirty="0"/>
              <a:t>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5. Pour </a:t>
            </a:r>
            <a:r>
              <a:rPr dirty="0" err="1"/>
              <a:t>chaque</a:t>
            </a:r>
            <a:r>
              <a:rPr dirty="0"/>
              <a:t> </a:t>
            </a:r>
            <a:r>
              <a:rPr dirty="0" err="1"/>
              <a:t>élève</a:t>
            </a:r>
            <a:r>
              <a:rPr dirty="0"/>
              <a:t>, </a:t>
            </a:r>
            <a:r>
              <a:rPr dirty="0" err="1"/>
              <a:t>saisissez</a:t>
            </a:r>
            <a:r>
              <a:rPr dirty="0"/>
              <a:t> </a:t>
            </a:r>
            <a:r>
              <a:rPr dirty="0" err="1"/>
              <a:t>sa</a:t>
            </a:r>
            <a:r>
              <a:rPr dirty="0"/>
              <a:t> note </a:t>
            </a:r>
            <a:r>
              <a:rPr dirty="0" err="1"/>
              <a:t>dans</a:t>
            </a:r>
            <a:r>
              <a:rPr dirty="0"/>
              <a:t> le champ </a:t>
            </a:r>
            <a:r>
              <a:rPr dirty="0" err="1"/>
              <a:t>numérique</a:t>
            </a:r>
            <a:r>
              <a:rPr dirty="0"/>
              <a:t>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6. </a:t>
            </a:r>
            <a:r>
              <a:rPr dirty="0" err="1"/>
              <a:t>Renseignez</a:t>
            </a:r>
            <a:r>
              <a:rPr dirty="0"/>
              <a:t> </a:t>
            </a:r>
            <a:r>
              <a:rPr dirty="0" err="1"/>
              <a:t>l'intitulé</a:t>
            </a:r>
            <a:r>
              <a:rPr dirty="0"/>
              <a:t> de </a:t>
            </a:r>
            <a:r>
              <a:rPr dirty="0" err="1"/>
              <a:t>l'évaluation</a:t>
            </a:r>
            <a:r>
              <a:rPr dirty="0"/>
              <a:t> et le coefficient.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7. </a:t>
            </a:r>
            <a:r>
              <a:rPr dirty="0" err="1"/>
              <a:t>Cliquez</a:t>
            </a:r>
            <a:r>
              <a:rPr dirty="0"/>
              <a:t> sur le bouton orange '</a:t>
            </a:r>
            <a:r>
              <a:rPr dirty="0" err="1"/>
              <a:t>Enregistrer</a:t>
            </a:r>
            <a:r>
              <a:rPr dirty="0"/>
              <a:t> </a:t>
            </a:r>
            <a:r>
              <a:rPr dirty="0" err="1"/>
              <a:t>toutes</a:t>
            </a:r>
            <a:r>
              <a:rPr dirty="0"/>
              <a:t> les notes </a:t>
            </a:r>
            <a:r>
              <a:rPr dirty="0" err="1"/>
              <a:t>saisies</a:t>
            </a:r>
            <a:r>
              <a:rPr dirty="0"/>
              <a:t>'.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10 : SAISIE DES NOTES &amp; ÉVALUATIONS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figer (valider) les notes d'une matière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Dans la section 'Notes déjà saisies' (côté droit du portail enseignant), vérifiez vos notes.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Si tout est correct, cliquez sur le bouton vert '🔒 Valider &amp; Figer'.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Confirmez dans la boîte de dialogue qui s'affiche.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Les notes passent au statut '🔒 Figé'. Vous ne pouvez plus les modifier.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Seul le Directeur ou l'Informaticien peut les déverrouiller en cas d'erreur.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10 : SAISIE DES NOTES &amp; ÉVALUATIONS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déverrouiller une note figée (Directeur/Admin uniquement)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Connectez-vous avec un compte Directeur ou Super Admin.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Accédez au Portail Enseignant, sélectionnez la classe et la matière concernée.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Dans la liste des notes saisies, repérez la note marquée '🔒 Figé'.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Cliquez sur le bouton bleu '🔓 Déverr.' à droite de la note.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5. Confirmez dans la boîte de dialogue.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6. Le badge '🔒 Figé' disparaît. L'enseignant peut à nouveau modifier la note depuis sa session.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10 : SAISIE DES NOTES &amp; ÉVALUATIONS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supprimer une note erronée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1. </a:t>
            </a:r>
            <a:r>
              <a:rPr dirty="0" err="1"/>
              <a:t>Seuls</a:t>
            </a:r>
            <a:r>
              <a:rPr dirty="0"/>
              <a:t> le </a:t>
            </a:r>
            <a:r>
              <a:rPr dirty="0" err="1"/>
              <a:t>Directeur</a:t>
            </a:r>
            <a:r>
              <a:rPr dirty="0"/>
              <a:t> et </a:t>
            </a:r>
            <a:r>
              <a:rPr dirty="0" err="1"/>
              <a:t>l'Informaticien</a:t>
            </a:r>
            <a:r>
              <a:rPr dirty="0"/>
              <a:t> </a:t>
            </a:r>
            <a:r>
              <a:rPr dirty="0" err="1"/>
              <a:t>peuvent</a:t>
            </a:r>
            <a:r>
              <a:rPr dirty="0"/>
              <a:t> </a:t>
            </a:r>
            <a:r>
              <a:rPr dirty="0" err="1"/>
              <a:t>supprimer</a:t>
            </a:r>
            <a:r>
              <a:rPr dirty="0"/>
              <a:t> des notes.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2. </a:t>
            </a:r>
            <a:r>
              <a:rPr dirty="0" err="1"/>
              <a:t>Dans</a:t>
            </a:r>
            <a:r>
              <a:rPr dirty="0"/>
              <a:t> </a:t>
            </a:r>
            <a:r>
              <a:rPr dirty="0" err="1"/>
              <a:t>l'onglet</a:t>
            </a:r>
            <a:r>
              <a:rPr dirty="0"/>
              <a:t> </a:t>
            </a:r>
            <a:r>
              <a:rPr lang="fr-FR" dirty="0" smtClean="0"/>
              <a:t>‘</a:t>
            </a:r>
            <a:r>
              <a:rPr lang="fr-FR" b="1" dirty="0" err="1" smtClean="0"/>
              <a:t>Pedagogie</a:t>
            </a:r>
            <a:r>
              <a:rPr lang="fr-FR" b="1" dirty="0" smtClean="0"/>
              <a:t> &amp; Notes</a:t>
            </a:r>
            <a:r>
              <a:rPr lang="fr-FR" dirty="0" smtClean="0"/>
              <a:t>’ et le sous menu ‘</a:t>
            </a:r>
            <a:r>
              <a:rPr lang="fr-FR" b="1" dirty="0"/>
              <a:t>N</a:t>
            </a:r>
            <a:r>
              <a:rPr lang="fr-FR" b="1" dirty="0" smtClean="0"/>
              <a:t>otes &amp; Bulletins</a:t>
            </a:r>
            <a:r>
              <a:rPr lang="fr-FR" dirty="0" smtClean="0"/>
              <a:t>’</a:t>
            </a:r>
            <a:r>
              <a:rPr dirty="0" smtClean="0"/>
              <a:t>, </a:t>
            </a:r>
            <a:r>
              <a:rPr dirty="0" err="1"/>
              <a:t>repérez</a:t>
            </a:r>
            <a:r>
              <a:rPr dirty="0"/>
              <a:t> la note </a:t>
            </a:r>
            <a:r>
              <a:rPr dirty="0" err="1"/>
              <a:t>dans</a:t>
            </a:r>
            <a:r>
              <a:rPr dirty="0"/>
              <a:t> la </a:t>
            </a:r>
            <a:r>
              <a:rPr dirty="0" err="1"/>
              <a:t>liste</a:t>
            </a:r>
            <a:r>
              <a:rPr dirty="0"/>
              <a:t> '</a:t>
            </a:r>
            <a:r>
              <a:rPr dirty="0" err="1"/>
              <a:t>Derniers</a:t>
            </a:r>
            <a:r>
              <a:rPr dirty="0"/>
              <a:t> coefficients </a:t>
            </a:r>
            <a:r>
              <a:rPr dirty="0" err="1"/>
              <a:t>enregistrés</a:t>
            </a:r>
            <a:r>
              <a:rPr dirty="0"/>
              <a:t>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3. </a:t>
            </a:r>
            <a:r>
              <a:rPr dirty="0" err="1"/>
              <a:t>Survolez</a:t>
            </a:r>
            <a:r>
              <a:rPr dirty="0"/>
              <a:t> la </a:t>
            </a:r>
            <a:r>
              <a:rPr dirty="0" err="1"/>
              <a:t>ligne</a:t>
            </a:r>
            <a:r>
              <a:rPr dirty="0"/>
              <a:t> avec la </a:t>
            </a:r>
            <a:r>
              <a:rPr dirty="0" err="1"/>
              <a:t>souris</a:t>
            </a:r>
            <a:r>
              <a:rPr dirty="0"/>
              <a:t> : un bouton rouge </a:t>
            </a:r>
            <a:r>
              <a:rPr dirty="0" err="1"/>
              <a:t>Corbeille</a:t>
            </a:r>
            <a:r>
              <a:rPr dirty="0"/>
              <a:t> </a:t>
            </a:r>
            <a:r>
              <a:rPr dirty="0" err="1"/>
              <a:t>apparaît</a:t>
            </a:r>
            <a:r>
              <a:rPr dirty="0"/>
              <a:t>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rPr dirty="0"/>
              <a:t>4. </a:t>
            </a:r>
            <a:r>
              <a:rPr dirty="0" err="1"/>
              <a:t>Cliquez</a:t>
            </a:r>
            <a:r>
              <a:rPr dirty="0"/>
              <a:t> sur la </a:t>
            </a:r>
            <a:r>
              <a:rPr dirty="0" err="1"/>
              <a:t>Corbeille</a:t>
            </a:r>
            <a:r>
              <a:rPr dirty="0"/>
              <a:t> et </a:t>
            </a:r>
            <a:r>
              <a:rPr dirty="0" err="1"/>
              <a:t>confirmez</a:t>
            </a:r>
            <a:r>
              <a:rPr dirty="0"/>
              <a:t> la suppression.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rPr dirty="0"/>
              <a:t>5. Si la note </a:t>
            </a:r>
            <a:r>
              <a:rPr dirty="0" err="1"/>
              <a:t>est</a:t>
            </a:r>
            <a:r>
              <a:rPr dirty="0"/>
              <a:t> </a:t>
            </a:r>
            <a:r>
              <a:rPr dirty="0" err="1"/>
              <a:t>figée</a:t>
            </a:r>
            <a:r>
              <a:rPr dirty="0"/>
              <a:t>, </a:t>
            </a:r>
            <a:r>
              <a:rPr dirty="0" err="1"/>
              <a:t>utilisez</a:t>
            </a:r>
            <a:r>
              <a:rPr dirty="0"/>
              <a:t> </a:t>
            </a:r>
            <a:r>
              <a:rPr dirty="0" err="1"/>
              <a:t>d'abord</a:t>
            </a:r>
            <a:r>
              <a:rPr dirty="0"/>
              <a:t> le </a:t>
            </a:r>
            <a:r>
              <a:rPr dirty="0" err="1"/>
              <a:t>déverrouillage</a:t>
            </a:r>
            <a:r>
              <a:rPr dirty="0"/>
              <a:t> </a:t>
            </a:r>
            <a:r>
              <a:rPr dirty="0" err="1"/>
              <a:t>avant</a:t>
            </a:r>
            <a:r>
              <a:rPr dirty="0"/>
              <a:t> de la </a:t>
            </a:r>
            <a:r>
              <a:rPr dirty="0" err="1"/>
              <a:t>supprimer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11 : PROCÈS-VERBAUX ET BULLETINS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valider le procès-verbal (PV) d'une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Vérifiez d'abord que TOUTES les notes de la classe ont été saisies et figées.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Allez dans l'onglet 'Évaluations' &gt; sous-onglet 'Procès-Verbaux &amp; Validation'.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Sélectionnez la Classe dans la liste déroulante.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Consultez la grille de la Natte : vérifiez que chaque matière a une moyenne calculée.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Si tout est complet et correct, cliquez sur 'Valider le PV pour cette Classe'.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6. Le statut de la classe passe à 'PV Validé ✅'.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7. Les bulletins de cette classe sont maintenant disponibles pour impression.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11 : PROCÈS-VERBAUX ET BULLETINS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imprimer le bulletin scolaire d'un élève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Vérifiez que le PV de la classe a été validé au préalable.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Allez dans l'onglet 'Évaluations' &gt; sous-onglet 'Éditeur de Bulletins'.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Sélectionnez la Classe et l'Élève dans les menus déroulants.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Le bulletin s'affiche avec : toutes les matières, les moyennes, le rang, la mention et les appréciations.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5. Cliquez sur 'Imprimer le Bulletin' (icône imprimante).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6. La fenêtre d'impression système s'ouvre. Sélectionnez 'Enregistrer en PDF' ou imprimez directement.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7. Si le PV n'est pas validé, un message d'avertissement jaune s'affiche et bloque l'impression.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12 : SUIVI DES PRÉSENCES (ABSENCES)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enregistrer les absences d'un élève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Allez dans l'onglet 'Présences &amp; Absences'.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Sélectionnez la Classe et la Date du jour.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La liste des élèves de la classe s'affiche.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Pour chaque élève absent, cliquez sur la case correspondante pour la cocher.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5. Indiquez si l'absence est Justifiée ou Non Justifiée.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6. Cliquez sur 'Enregistrer l'appel' pour sauvegarder.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12 : SUIVI DES PRÉSENCES (ABSENCES)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consulter l'historique des absences d'un élève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Dans l'onglet Présences, allez dans le sous-onglet 'Historique'.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Filtrez par Élève et par Période (mois ou trimestre).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Le tableau affiche toutes les dates d'absence avec le statut (justifiée/non justifiée).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Le total d'heures d'absence est calculé automatiquement.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13 : FINANCES &amp; ÉCOLAGES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enregistrer un paiement de scolarité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52832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Allez dans l'onglet 'Finances &amp; Écolages'.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Dans la section 'Nouvelle Transaction', sélectionnez l'Élève concerné.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Renseignez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Montant versé (ex: 75 000 FCFA)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Motif : Inscription, Scolarité 1er/2ème/3ème Trimestre, Fournitures, etc.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Mode de règlement : Espèces, Chèque, Orange Money, Wave, MTN Money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Date du versement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8. Cliquez sur 'Enregistrer la transaction'.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9. Le solde restant de l'élève est recalculé automatiquement.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13 : FINANCES &amp; ÉCOLAGES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générer et imprimer un reçu de paiement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Après avoir enregistré un paiement, repérez-le dans la table des transactions.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Cliquez sur le bouton 'Reçu PDF' à droite de la transaction.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3. Un reçu officiel au format PDF est généré avec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Le nom de l'établissement et le logo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Le nom de l'élève et sa classe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Le montant payé, le motif et la date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Un numéro de reçu unique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8. Cliquez sur 'Télécharger' ou 'Imprimer' selon votre besoin.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13 : FINANCES &amp; ÉCOLAGES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envoyer un reçu par WhatsApp ou 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Après avoir généré le reçu, cliquez sur le bouton vert 'WhatsApp'.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Votre application WhatsApp s'ouvre avec un message pré-rempli contenant les détails du paiement.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Sélectionnez ou saisissez le numéro du parent/tuteur de l'élève.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Cliquez sur Envoyer. Le parent reçoit instantanément la confirmation de paiement.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14 : RAPPORTS &amp; STATISTIQUES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générer un rapport de classe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Allez dans l'onglet 'Rapports &amp; Statistiques'.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Sélectionnez le type de rapport : Résultats scolaires, Présences, Financier.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Choisissez la Classe et la Période (Trimestre 1, 2 ou 3, ou Annuel).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Cliquez sur 'Générer le Rapport'.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Le rapport s'affiche avec des graphiques et des tableaux récapitulatifs.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6. Cliquez sur 'Exporter en PDF' ou 'Exporter en Excel' pour le sauvegarder.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14 : RAPPORTS &amp; STATISTIQUES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consulter les statistiques du tableau de bord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Accédez à l'onglet 'Tableau de Bord' (page d'accueil après connexion).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Les cartes colorées affichent en temps réel :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Effectif total d'élèves inscrits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Nombre de cours planifiés cette semaine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Taux de remplissage des salles</a:t>
            </a:r>
          </a:p>
          <a:p>
            <a:pPr>
              <a:defRPr sz="1100" b="0">
                <a:solidFill>
                  <a:srgbClr val="505050"/>
                </a:solidFill>
                <a:latin typeface="Arial"/>
              </a:defRPr>
            </a:pPr>
            <a:r>
              <a:t>    - Nombre de professeurs actifs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7. Consultez les graphiques de répartition par classe et par genre.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15 : SÉCURITÉ &amp; PROTECTION DES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Comprendre les protections de sécurité de l'application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1. L'application interdit le clic droit sur les pages pour protéger le code source.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2. La touche F12 (outils développeur) est bloquée pour les utilisateurs non-admin.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Le raccourci Ctrl+S (sauvegarde page) et Ctrl+U (voir source) sont désactivés.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4. L'application ne fonctionne que sur les domaines autorisés (localhost, vercel.app).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Si l'URL n'est pas reconnue, un écran de verrouillage de domaine s'affiche.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B4998"/>
          </a:solidFill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FFFFFF"/>
                </a:solidFill>
                <a:latin typeface="Arial"/>
              </a:defRPr>
            </a:pPr>
            <a:r>
              <a:rPr>
                <a:solidFill>
                  <a:srgbClr val="FFFFFF"/>
                </a:solidFill>
              </a:rPr>
              <a:t>MODULE 15 : SÉCURITÉ &amp; PROTECTION DES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7B11"/>
                </a:solidFill>
                <a:latin typeface="Arial"/>
              </a:defRPr>
            </a:pPr>
            <a:r>
              <a:t>Comment gérer les permissions d'accès aux onglets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1. Connectez-vous en tant que Directeur ou Super Admin.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2. Allez dans l'onglet Administration.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3. Pour chaque utilisateur, cochez ou décochez les onglets auxquels il a accès dans la colonne 'Pages autorisées'.</a:t>
            </a:r>
          </a:p>
          <a:p>
            <a:pPr>
              <a:defRPr sz="1200" b="1">
                <a:solidFill>
                  <a:srgbClr val="1E293B"/>
                </a:solidFill>
                <a:latin typeface="Arial"/>
              </a:defRPr>
            </a:pPr>
            <a:r>
              <a:t>4. Les modifications sont instantanées.</a:t>
            </a:r>
          </a:p>
          <a:p>
            <a:pPr>
              <a:defRPr sz="1200" b="0">
                <a:solidFill>
                  <a:srgbClr val="1E293B"/>
                </a:solidFill>
                <a:latin typeface="Arial"/>
              </a:defRPr>
            </a:pPr>
            <a:r>
              <a:t>5. Un utilisateur sans permission sur un onglet ne verra pas cet onglet dans son menu de navigation.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3480</Words>
  <Application>Microsoft Office PowerPoint</Application>
  <PresentationFormat>Grand écran</PresentationFormat>
  <Paragraphs>289</Paragraphs>
  <Slides>37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Compte Microsoft</cp:lastModifiedBy>
  <cp:revision>35</cp:revision>
  <dcterms:created xsi:type="dcterms:W3CDTF">2013-01-27T09:14:16Z</dcterms:created>
  <dcterms:modified xsi:type="dcterms:W3CDTF">2026-06-26T04:42:29Z</dcterms:modified>
  <cp:category/>
</cp:coreProperties>
</file>