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499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EE7B11"/>
                </a:solidFill>
                <a:latin typeface="Arial"/>
              </a:defRPr>
            </a:pPr>
            <a:r>
              <a:t>ERP BARAKAT</a:t>
            </a:r>
          </a:p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Guide d'Utilisation Complet — Pas-à-Pas</a:t>
            </a:r>
          </a:p>
          <a:p>
            <a:pPr>
              <a:defRPr sz="1600">
                <a:solidFill>
                  <a:srgbClr val="B4C8F0"/>
                </a:solidFill>
                <a:latin typeface="Arial"/>
              </a:defRPr>
            </a:pPr>
            <a:r>
              <a:t>Tous les modules · Toutes les procédures · Sans zone d'ombre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 : CONNEXION &amp; SÉCURITÉ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se connecter à l'application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Ouvrez votre navigateur (Chrome, Edge, Firefox) et accédez à l'URL de l'application.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Sur l'écran de connexion, saisissez votre Identifiant (email) dans le champ prévu.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3. Saisissez votre Mot de passe dans le champ suivant.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4. Cliquez sur le bouton bleu 'Se connecter'.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5. Si vos identifiants sont corrects, vous êtes redirigé vers le Tableau de Bord correspondant à votre rôle.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6. En cas d'erreur, un message rouge s'affiche. Vérifiez l'identifiant et le mot de passe saisis.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 : CONNEXION &amp; SÉCURITÉ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se déconnecter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En haut à droite de l'interface, cliquez sur votre nom d'utilisateur ou l'icône de profil.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Dans le menu déroulant, cliquez sur 'Se déconnecter'.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Vous êtes redirigé vers l'écran de connexion. Votre session est fermée.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2 : ADMINISTRATION &amp; GESTION DES UTILISATEURS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créer un nouveau compte utilisateur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Connectez-vous avec un compte Directeur ou Super Admin.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Cliquez sur l'onglet 'Administration' dans la barre de navigation.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3. Allez à la section 'Créer un nouveau compte utilisateur'.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4. Remplissez : Nom complet, Identifiant/Email, Mot de passe.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5. Sélectionnez le Rôle : Super Admin, Directeur, Informaticien ou Professeur.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6. Si c'est un professeur, associez-le à un enseignant de la liste via 'Professeur lié'.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7. Cliquez sur le bouton orange 'Créer le compte utilisateur'.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8. Le compte apparaît dans la liste des comptes ci-dessous.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2 : ADMINISTRATION &amp; GESTION DES UTILISATEURS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attribuer la permission 'Saisie des Moyennes' à un professeur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Dans l'onglet Administration, repérez la table 'Comptes utilisateurs enregistrés'.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Localisez le compte du professeur concerné dans la liste.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Dans la colonne 'Permissions', cochez la case 'Saisie des Moyennes'.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4. La permission est activée instantanément, sans déconnexion requise.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5. Pour révoquer le droit, décochez la même case.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2 : ADMINISTRATION &amp; GESTION DES UTILISATEURS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modifier ou supprimer un compte utilisateur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Dans l'onglet Administration, repérez le compte dans la liste.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Pour modifier : cliquez sur le bouton Crayon (Modifier) à droite du compte.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Mettez à jour les champs souhaités (nom, rôle, mot de passe).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4. Cliquez sur 'Enregistrer les modifications'.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5. Pour supprimer : cliquez sur le bouton rouge Corbeille et confirmez la suppression.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3 : CONFIGURATION DE L'ÉTABLISSEMENT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configurer les informations de l'école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Accédez à l'onglet 'Paramètres' (icône engrenage) dans la navigation.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Dans la section 'Informations de l'établissement', modifiez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Nom officiel de l'école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Sous-titre ou devise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Adresse, Téléphone, Email de contact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Nom du Directeur (imprimé sur les bulletins)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Année scolaire en cours (ex: 2025-2026)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8. Cliquez sur 'Enregistrer les paramètres' pour sauvegarder.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9. Ces informations apparaissent automatiquement sur tous les bulletins et procès-verbaux imprimés.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4 : GESTION DES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créer une nouvelle classe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Allez dans l'onglet 'EDT - Salles &amp; Classes' (ou module Académique).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Dans le formulaire 'Ajouter une Classe', saisissez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Identifiant unique (ex: 6A, 5B, 4C, 3D)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Nom complet de la classe (ex: Classe de 6ème A)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Capacité maximale d'élèves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Couleur d'affichage dans l'EDT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Professeur Principal (sélectionnez dans la liste des enseignants)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8. Cliquez sur 'Ajouter la Classe'. Elle apparaît dans la grille d'emplois du temps.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4 : GESTION DES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modifier ou supprimer une classe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Dans la liste des classes affichées, cliquez sur le bouton Modifier (crayon) de la classe.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Modifiez les champs (nom, capacité, professeur principal, couleur).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Cliquez sur 'Enregistrer'. Les changements sont reflétés dans tous les modules.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4. Pour supprimer : cliquez sur le bouton rouge Corbeille et confirmez.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5. ATTENTION : La suppression d'une classe retire aussi tous ses cours planifiés.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5 : GESTION DES MATIÈRES &amp; COEFFICIENTS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ajouter une nouvelle matière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Allez dans l'onglet 'Matières' ou 'EDT - Classes &amp; Séries'.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Dans le formulaire 'Ajouter une Matière', saisissez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Nom de la matière (ex: Mathématiques, Français, Anglais)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Coefficient : poids de la matière dans le calcul des moyennes (ex: 4 pour Math)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Cochez 'Langue Vivante 2 (LV2)' si c'est une langue facultative (ex: Espagnol, Allemand)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Choisissez une couleur pour l'affichage dans l'EDT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7. Cliquez sur 'Ajouter la Matière'.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5 : GESTION DES MATIÈRES &amp; COEFFICIENTS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modifier le coefficient d'une matière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Dans la liste des matières, cliquez sur le bouton Modifier de la matière.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Changez la valeur du Coefficient selon les directives pédagogiques.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Cliquez sur 'Enregistrer'. Les bulletins recalculent automatiquement les moyennes.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6 : GESTION DES ENSEIGNANTS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ajouter un enseignant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Allez dans l'onglet 'Enseignants &amp; Équipes'.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Dans le formulaire d'ajout, saisissez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Nom et Prénom complets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Matière(s) enseignée(s)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Téléphone et Email professionnel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Statut (Titulaire, Contractuel, Vacataire)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7. Cliquez sur 'Ajouter l'Enseignant'.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6 : GESTION DES ENSEIGNANTS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déclarer les indisponibilités d'un enseignant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Allez dans l'Espace Enseignant (Portail Professeur).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Sélectionnez le professeur dans la liste déroulante en haut.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3. Repérez la grille horaire hebdomadaire affichée.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4. Cliquez directement sur une case de la grille pour la basculer en 'Indisponible' (case grisée avec ❌).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5. Recliquez sur la case pour la remettre en disponible.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6. Les créneaux indisponibles bloquent automatiquement la planification de cours sur ces plages.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6 : GESTION DES ENSEIGNANTS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affecter un professeur principal à une classe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Allez dans l'onglet de gestion des Classes.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Cliquez sur Modifier pour la classe concernée.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Dans le champ 'Professeur Principal', sélectionnez l'enseignant dans la liste déroulante.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4. Cliquez sur 'Enregistrer'. Le nom apparaîtra sur tous les bulletins de cette classe.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7 : GESTION DES SALLES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ajouter une salle de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Allez dans l'onglet 'EDT - Salles &amp; Classes'.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Dans le formulaire 'Ajouter une Salle', saisissez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Identifiant (ex: s101, slab, sgym)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Nom complet (ex: Salle 101 - Standard)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Type : Standard, Laboratoire, Gymnase, Atelier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Capacité maximale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7. Cliquez sur 'Ajouter la Salle'. Elle est disponible dans le planificateur d'EDT.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8 : EMPLOI DU TEMPS (EDT)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planifier un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Allez sur l'onglet 'EDT - Planification'.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Dans le formulaire à gauche, sélectionnez dans l'ordre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1. La Classe (ex: 6ème A)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2. Le Professeur (ex: M. Koffi)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3. La Matière (ex: Mathématiques)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4. La Salle (ex: Salle 101)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5. Le Jour (ex: Lundi)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6. Le Créneau horaire (ex: 08:00 - 10:00)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9. Cliquez sur 'Planifier ce cours'.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10. Si aucun conflit n'est détecté, le cours s'affiche dans la grille hebdomadaire.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11. Si un conflit est détecté (prof occupé, salle prise, indispo), une alerte rouge bloque la création.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8 : EMPLOI DU TEMPS (EDT)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supprimer un cours planifié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Dans la grille d'EDT, cliquez sur le cours à supprimer.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Un panneau de détail s'ouvre à droite ou une boîte de dialogue apparaît.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Cliquez sur le bouton rouge 'Supprimer ce cours' et confirmez.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4. Le créneau est immédiatement libéré.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8 : EMPLOI DU TEMPS (EDT)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imprimer l'emploi du temps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Dans l'onglet EDT, utilisez les filtres en haut pour choisir la vue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Par Classe : affiche tous les cours de la classe sélectionnée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Par Enseignant : affiche le planning personnel du professeur sélectionné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4. Cliquez sur le bouton 'Imprimer' (icône imprimante).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5. La boîte de dialogue d'impression du navigateur s'ouvre. Choisissez 'Enregistrer en PDF' ou imprimez directement.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9 : GESTION DES ÉLÈVES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inscrire un nouvel élève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Allez dans l'onglet 'Élèves' du menu principal.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Dans le panneau 'Inscrire un nouvel élève', remplissez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Nom de famille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Prénom(s)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Genre (Masculin / Féminin)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Classe d'affectation (sélectionnez dans la liste des classes)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7. Cliquez sur 'Enregistrer l'inscription'.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8. L'élève apparaît dans le registre de sa classe et dans la liste des bulletins.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9 : GESTION DES ÉLÈVES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modifier les informations d'un élève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Dans la liste des élèves, cliquez sur le bouton Modifier (crayon) à droite de l'élève.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Mettez à jour les champs nécessaires (nom, classe, genre).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Cliquez sur 'Enregistrer'. Les bulletins et registres sont mis à jour automatiquement.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9 : GESTION DES ÉLÈVES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changer un élève de classe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Cliquez sur Modifier pour l'élève concerné.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Changez la 'Classe d'affectation' dans le menu déroulant.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3. Cliquez sur 'Enregistrer'.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4. ATTENTION : Les notes déjà saisies pour l'ancienne classe restent associées à l'élève.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10 : SAISIE DES NOTES &amp; ÉVALUATIONS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saisir une note via le registre administratif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Connectez-vous avec un compte Directeur ou Informaticien.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Allez dans l'onglet 'Évaluations &amp; Examens'.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3. Dans le formulaire 'Saisir une Note d'Évaluation'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Sélectionnez l'Élève dans la liste déroulante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Sélectionnez la Matière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Choisissez le Coefficient de l'évaluation (1, 2, 3 ou 5)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Saisissez l'intitulé du devoir (ex: Interrogation Écrite n°1)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Entrez la Note sur 20 (ex: 14.5)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9. Cliquez sur 'Soumettre au Registre Électronique'.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10 : SAISIE DES NOTES &amp; ÉVALUATIONS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saisir des notes via le portail enseignant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Connectez-vous avec un compte Professeur autorisé (permission 'Saisie des Moyennes' active).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Allez dans 'Espace Enseignant' &gt; sous-section 'Saisie des Moyennes'.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Sélectionnez votre Classe et votre Matière dans les filtres.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4. La liste de vos élèves apparaît.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5. Pour chaque élève, saisissez sa note dans le champ numérique.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6. Renseignez l'intitulé de l'évaluation et le coefficient.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7. Cliquez sur le bouton orange 'Enregistrer toutes les notes saisies'.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10 : SAISIE DES NOTES &amp; ÉVALUATIONS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figer (valider) les notes d'une matière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Dans la section 'Notes déjà saisies' (côté droit du portail enseignant), vérifiez vos notes.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Si tout est correct, cliquez sur le bouton vert '🔒 Valider &amp; Figer'.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3. Confirmez dans la boîte de dialogue qui s'affiche.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4. Les notes passent au statut '🔒 Figé'. Vous ne pouvez plus les modifier.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5. Seul le Directeur ou l'Informaticien peut les déverrouiller en cas d'erreur.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10 : SAISIE DES NOTES &amp; ÉVALUATIONS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déverrouiller une note figée (Directeur/Admin uniquement)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Connectez-vous avec un compte Directeur ou Super Admin.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Accédez au Portail Enseignant, sélectionnez la classe et la matière concernée.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Dans la liste des notes saisies, repérez la note marquée '🔒 Figé'.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4. Cliquez sur le bouton bleu '🔓 Déverr.' à droite de la note.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5. Confirmez dans la boîte de dialogue.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6. Le badge '🔒 Figé' disparaît. L'enseignant peut à nouveau modifier la note depuis sa session.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10 : SAISIE DES NOTES &amp; ÉVALUATIONS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supprimer une note erronée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Seuls le Directeur et l'Informaticien peuvent supprimer des notes.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Dans l'onglet Évaluations, repérez la note dans la liste 'Derniers coefficients enregistrés'.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Survolez la ligne avec la souris : un bouton rouge Corbeille apparaît.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4. Cliquez sur la Corbeille et confirmez la suppression.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5. Si la note est figée, utilisez d'abord le déverrouillage avant de la supprimer.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11 : PROCÈS-VERBAUX ET BULLETINS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valider le procès-verbal (PV) d'une classe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Vérifiez d'abord que TOUTES les notes de la classe ont été saisies et figées.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Allez dans l'onglet 'Évaluations' &gt; sous-onglet 'Procès-Verbaux &amp; Validation'.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3. Sélectionnez la Classe dans la liste déroulante.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4. Consultez la grille de la Natte : vérifiez que chaque matière a une moyenne calculée.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5. Si tout est complet et correct, cliquez sur 'Valider le PV pour cette Classe'.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6. Le statut de la classe passe à 'PV Validé ✅'.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7. Les bulletins de cette classe sont maintenant disponibles pour impression.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11 : PROCÈS-VERBAUX ET BULLETINS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imprimer le bulletin scolaire d'un élève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Vérifiez que le PV de la classe a été validé au préalable.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Allez dans l'onglet 'Évaluations' &gt; sous-onglet 'Éditeur de Bulletins'.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Sélectionnez la Classe et l'Élève dans les menus déroulants.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4. Le bulletin s'affiche avec : toutes les matières, les moyennes, le rang, la mention et les appréciations.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5. Cliquez sur 'Imprimer le Bulletin' (icône imprimante).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6. La fenêtre d'impression système s'ouvre. Sélectionnez 'Enregistrer en PDF' ou imprimez directement.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7. Si le PV n'est pas validé, un message d'avertissement jaune s'affiche et bloque l'impression.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12 : SUIVI DES PRÉSENCES (ABSENCES)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enregistrer les absences d'un élève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Allez dans l'onglet 'Présences &amp; Absences'.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Sélectionnez la Classe et la Date du jour.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3. La liste des élèves de la classe s'affiche.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4. Pour chaque élève absent, cliquez sur la case correspondante pour la cocher.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5. Indiquez si l'absence est Justifiée ou Non Justifiée.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6. Cliquez sur 'Enregistrer l'appel' pour sauvegarder.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12 : SUIVI DES PRÉSENCES (ABSENCES)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consulter l'historique des absences d'un élève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Dans l'onglet Présences, allez dans le sous-onglet 'Historique'.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Filtrez par Élève et par Période (mois ou trimestre).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Le tableau affiche toutes les dates d'absence avec le statut (justifiée/non justifiée).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4. Le total d'heures d'absence est calculé automatiquement.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13 : FINANCES &amp; ÉCOLAGES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enregistrer un paiement de scolarité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Allez dans l'onglet 'Finances &amp; Écolages'.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Dans la section 'Nouvelle Transaction', sélectionnez l'Élève concerné.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3. Renseignez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Montant versé (ex: 75 000 FCFA)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Motif : Inscription, Scolarité 1er/2ème/3ème Trimestre, Fournitures, etc.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Mode de règlement : Espèces, Chèque, Orange Money, Wave, MTN Money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Date du versement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8. Cliquez sur 'Enregistrer la transaction'.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9. Le solde restant de l'élève est recalculé automatiquement.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13 : FINANCES &amp; ÉCOLAGES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générer et imprimer un reçu de paiement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Après avoir enregistré un paiement, repérez-le dans la table des transactions.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Cliquez sur le bouton 'Reçu PDF' à droite de la transaction.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3. Un reçu officiel au format PDF est généré avec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Le nom de l'établissement et le logo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Le nom de l'élève et sa classe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Le montant payé, le motif et la date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Un numéro de reçu unique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8. Cliquez sur 'Télécharger' ou 'Imprimer' selon votre besoin.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13 : FINANCES &amp; ÉCOLAGES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envoyer un reçu par WhatsApp ou SMS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Après avoir généré le reçu, cliquez sur le bouton vert 'WhatsApp'.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Votre application WhatsApp s'ouvre avec un message pré-rempli contenant les détails du paiement.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Sélectionnez ou saisissez le numéro du parent/tuteur de l'élève.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4. Cliquez sur Envoyer. Le parent reçoit instantanément la confirmation de paiement.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14 : RAPPORTS &amp; STATISTIQUES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générer un rapport de classe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Allez dans l'onglet 'Rapports &amp; Statistiques'.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Sélectionnez le type de rapport : Résultats scolaires, Présences, Financier.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Choisissez la Classe et la Période (Trimestre 1, 2 ou 3, ou Annuel).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4. Cliquez sur 'Générer le Rapport'.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5. Le rapport s'affiche avec des graphiques et des tableaux récapitulatifs.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6. Cliquez sur 'Exporter en PDF' ou 'Exporter en Excel' pour le sauvegarder.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14 : RAPPORTS &amp; STATISTIQUES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consulter les statistiques du tableau de bord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Accédez à l'onglet 'Tableau de Bord' (page d'accueil après connexion).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Les cartes colorées affichent en temps réel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Effectif total d'élèves inscrits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Nombre de cours planifiés cette semaine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Taux de remplissage des salles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Nombre de professeurs actifs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7. Consultez les graphiques de répartition par classe et par genre.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15 : SÉCURITÉ &amp; PROTECTION DES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Comprendre les protections de sécurité de l'application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L'application interdit le clic droit sur les pages pour protéger le code source.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La touche F12 (outils développeur) est bloquée pour les utilisateurs non-admin.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Le raccourci Ctrl+S (sauvegarde page) et Ctrl+U (voir source) sont désactivés.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4. L'application ne fonctionne que sur les domaines autorisés (localhost, vercel.app).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5. Si l'URL n'est pas reconnue, un écran de verrouillage de domaine s'affiche.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15 : SÉCURITÉ &amp; PROTECTION DES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gérer les permissions d'accès aux onglets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Connectez-vous en tant que Directeur ou Super Admin.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Allez dans l'onglet Administration.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Pour chaque utilisateur, cochez ou décochez les onglets auxquels il a accès dans la colonne 'Pages autorisées'.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4. Les modifications sont instantanées.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5. Un utilisateur sans permission sur un onglet ne verra pas cet onglet dans son menu de navigation.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