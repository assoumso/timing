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499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EE7B11"/>
                </a:solidFill>
                <a:latin typeface="Arial"/>
              </a:defRPr>
            </a:pPr>
            <a:r>
              <a:t>ERP BARAKAT</a:t>
            </a:r>
          </a:p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Guide Procédural &amp; Tutoriels Étape par Étape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4998"/>
                </a:solidFill>
                <a:latin typeface="Arial"/>
              </a:defRPr>
            </a:pPr>
            <a:r>
              <a:t>Tutoriel 1 : Créer un utilisateur &amp; attribuer des droits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rPr b="1" sz="1500">
                <a:solidFill>
                  <a:srgbClr val="1E293B"/>
                </a:solidFill>
              </a:rPr>
              <a:t>1. Ouvrir l'onglet : </a:t>
            </a:r>
            <a:r>
              <a:rPr sz="1400">
                <a:solidFill>
                  <a:srgbClr val="1E293B"/>
                </a:solidFill>
              </a:rPr>
              <a:t>Sélectionnez l'onglet 'Administration' dans le menu principal.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2. Remplir le formulaire : </a:t>
            </a:r>
            <a:r>
              <a:rPr sz="1400">
                <a:solidFill>
                  <a:srgbClr val="1E293B"/>
                </a:solidFill>
              </a:rPr>
              <a:t>Allez à 'Créer un nouveau compte utilisateur', entrez le Nom complet, l'Email/Identifiant, et le Mot de passe.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3. Sélectionner le rôle : </a:t>
            </a:r>
            <a:r>
              <a:rPr sz="1400">
                <a:solidFill>
                  <a:srgbClr val="1E293B"/>
                </a:solidFill>
              </a:rPr>
              <a:t>Choisissez le rôle approprié dans la liste déroulante (Super Admin, Directeur, Informaticien, Professeur).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4. Enregistrer : </a:t>
            </a:r>
            <a:r>
              <a:rPr sz="1400">
                <a:solidFill>
                  <a:srgbClr val="1E293B"/>
                </a:solidFill>
              </a:rPr>
              <a:t>Cliquez sur le bouton orange 'Créer le compte utilisateur'.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5. Assigner la Saisie des Moyennes : </a:t>
            </a:r>
            <a:r>
              <a:rPr sz="1400">
                <a:solidFill>
                  <a:srgbClr val="1E293B"/>
                </a:solidFill>
              </a:rPr>
              <a:t>Dans la liste des comptes ci-dessous, repérez l'utilisateur et cochez la case 'Saisie des Moyennes'.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4998"/>
                </a:solidFill>
                <a:latin typeface="Arial"/>
              </a:defRPr>
            </a:pPr>
            <a:r>
              <a:t>Tutoriel 2 : Planifier un cours sur l'Emploi du Temps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rPr b="1" sz="1500">
                <a:solidFill>
                  <a:srgbClr val="1E293B"/>
                </a:solidFill>
              </a:rPr>
              <a:t>1. Accéder au module : </a:t>
            </a:r>
            <a:r>
              <a:rPr sz="1400">
                <a:solidFill>
                  <a:srgbClr val="1E293B"/>
                </a:solidFill>
              </a:rPr>
              <a:t>Allez sur l'onglet 'EDT - Planification'.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2. Remplir les détails : </a:t>
            </a:r>
            <a:r>
              <a:rPr sz="1400">
                <a:solidFill>
                  <a:srgbClr val="1E293B"/>
                </a:solidFill>
              </a:rPr>
              <a:t>Sélectionnez la Classe, le Professeur, la Matière et la Salle d'étude.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3. Choisir le créneau : </a:t>
            </a:r>
            <a:r>
              <a:rPr sz="1400">
                <a:solidFill>
                  <a:srgbClr val="1E293B"/>
                </a:solidFill>
              </a:rPr>
              <a:t>Choisissez le Jour de la semaine (ex: Lundi) et le Créneau horaire (ex: 08:00 - 10:00).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4. Détection automatique : </a:t>
            </a:r>
            <a:r>
              <a:rPr sz="1400">
                <a:solidFill>
                  <a:srgbClr val="1E293B"/>
                </a:solidFill>
              </a:rPr>
              <a:t>Le système bloque instantanément la planification si le prof ou la salle est déjà occupé(e).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5. Validation : </a:t>
            </a:r>
            <a:r>
              <a:rPr sz="1400">
                <a:solidFill>
                  <a:srgbClr val="1E293B"/>
                </a:solidFill>
              </a:rPr>
              <a:t>Cliquez sur 'Planifier ce cours' pour l'ajouter à la grille hebdomadaire.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4998"/>
                </a:solidFill>
                <a:latin typeface="Arial"/>
              </a:defRPr>
            </a:pPr>
            <a:r>
              <a:t>Tutoriel 3 : Saisie des notes (Enseignants) &amp; Verrouillage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rPr b="1" sz="1500">
                <a:solidFill>
                  <a:srgbClr val="1E293B"/>
                </a:solidFill>
              </a:rPr>
              <a:t>1. Connexion Professeur : </a:t>
            </a:r>
            <a:r>
              <a:rPr sz="1400">
                <a:solidFill>
                  <a:srgbClr val="1E293B"/>
                </a:solidFill>
              </a:rPr>
              <a:t>Connectez-vous au portail avec vos identifiants d'enseignant.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2. Sélectionner la classe : </a:t>
            </a:r>
            <a:r>
              <a:rPr sz="1400">
                <a:solidFill>
                  <a:srgbClr val="1E293B"/>
                </a:solidFill>
              </a:rPr>
              <a:t>Allez dans 'Espace Enseignant' &gt; 'Saisie des Moyennes', puis choisissez la Classe et la Matière.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3. Saisir les notes : </a:t>
            </a:r>
            <a:r>
              <a:rPr sz="1400">
                <a:solidFill>
                  <a:srgbClr val="1E293B"/>
                </a:solidFill>
              </a:rPr>
              <a:t>Entrez la note de chaque élève de la liste (valeur sur 20) et cliquez sur 'Enregistrer'.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4. Figer définitivement : </a:t>
            </a:r>
            <a:r>
              <a:rPr sz="1400">
                <a:solidFill>
                  <a:srgbClr val="1E293B"/>
                </a:solidFill>
              </a:rPr>
              <a:t>Cliquez sur le bouton vert '🔒 Valider &amp; Figer' pour verrouiller la saisie.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5. Sécurité : </a:t>
            </a:r>
            <a:r>
              <a:rPr sz="1400">
                <a:solidFill>
                  <a:srgbClr val="1E293B"/>
                </a:solidFill>
              </a:rPr>
              <a:t>Une fois figée, la note affiche le badge '🔒 Figé' et le professeur ne peut plus la modifier.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4998"/>
                </a:solidFill>
                <a:latin typeface="Arial"/>
              </a:defRPr>
            </a:pPr>
            <a:r>
              <a:t>Tutoriel 4 : Déverrouiller une note (Direction)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rPr b="1" sz="1500">
                <a:solidFill>
                  <a:srgbClr val="1E293B"/>
                </a:solidFill>
              </a:rPr>
              <a:t>1. Accéder au portail prof : </a:t>
            </a:r>
            <a:r>
              <a:rPr sz="1400">
                <a:solidFill>
                  <a:srgbClr val="1E293B"/>
                </a:solidFill>
              </a:rPr>
              <a:t>Connectez-vous en tant que Directeur ou Super Admin et allez dans le portail enseignant.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2. Trouver la note figée : </a:t>
            </a:r>
            <a:r>
              <a:rPr sz="1400">
                <a:solidFill>
                  <a:srgbClr val="1E293B"/>
                </a:solidFill>
              </a:rPr>
              <a:t>Sélectionnez la classe et la matière concernée dans le filtre du portail.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3. Déverrouiller : </a:t>
            </a:r>
            <a:r>
              <a:rPr sz="1400">
                <a:solidFill>
                  <a:srgbClr val="1E293B"/>
                </a:solidFill>
              </a:rPr>
              <a:t>Cliquez sur le lien orange '🔓 Déverr.' à côté de la note verrouillée.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4. Confirmation : </a:t>
            </a:r>
            <a:r>
              <a:rPr sz="1400">
                <a:solidFill>
                  <a:srgbClr val="1E293B"/>
                </a:solidFill>
              </a:rPr>
              <a:t>Confirmez l'alerte du navigateur. Le badge '🔒 Figé' disparaît et l'enseignant peut à nouveau corriger.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4998"/>
                </a:solidFill>
                <a:latin typeface="Arial"/>
              </a:defRPr>
            </a:pPr>
            <a:r>
              <a:t>Tutoriel 5 : Valider le Procès-Verbal (PV)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rPr b="1" sz="1500">
                <a:solidFill>
                  <a:srgbClr val="1E293B"/>
                </a:solidFill>
              </a:rPr>
              <a:t>1. Accéder à l'onglet : </a:t>
            </a:r>
            <a:r>
              <a:rPr sz="1400">
                <a:solidFill>
                  <a:srgbClr val="1E293B"/>
                </a:solidFill>
              </a:rPr>
              <a:t>Allez sur 'Évaluations &amp; Examens' &gt; sous-onglet 'Procès-Verbaux &amp; Validation'.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2. Vérifier la classe : </a:t>
            </a:r>
            <a:r>
              <a:rPr sz="1400">
                <a:solidFill>
                  <a:srgbClr val="1E293B"/>
                </a:solidFill>
              </a:rPr>
              <a:t>Sélectionnez la classe et examinez les moyennes affichées sur l'écran (Natte de vérification).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3. Lancer la validation : </a:t>
            </a:r>
            <a:r>
              <a:rPr sz="1400">
                <a:solidFill>
                  <a:srgbClr val="1E293B"/>
                </a:solidFill>
              </a:rPr>
              <a:t>Cliquez sur 'Valider le PV pour cette Classe' pour verrouiller le trimestre.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4. Effet immédiat : </a:t>
            </a:r>
            <a:r>
              <a:rPr sz="1400">
                <a:solidFill>
                  <a:srgbClr val="1E293B"/>
                </a:solidFill>
              </a:rPr>
              <a:t>Les bulletins scolaires de cette classe deviennent instantanément disponibles pour l'impression.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B4998"/>
                </a:solidFill>
                <a:latin typeface="Arial"/>
              </a:defRPr>
            </a:pPr>
            <a:r>
              <a:t>Tutoriel 6 : Enregistrer un paiement &amp; générer le reçu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/>
            <a:r>
              <a:rPr b="1" sz="1500">
                <a:solidFill>
                  <a:srgbClr val="1E293B"/>
                </a:solidFill>
              </a:rPr>
              <a:t>1. Ouvrir l'onglet financier : </a:t>
            </a:r>
            <a:r>
              <a:rPr sz="1400">
                <a:solidFill>
                  <a:srgbClr val="1E293B"/>
                </a:solidFill>
              </a:rPr>
              <a:t>Sélectionnez l'onglet 'Finances &amp; Écolages'.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2. Sélectionner l'élève : </a:t>
            </a:r>
            <a:r>
              <a:rPr sz="1400">
                <a:solidFill>
                  <a:srgbClr val="1E293B"/>
                </a:solidFill>
              </a:rPr>
              <a:t>Recherchez et sélectionnez l'élève dans la liste déroulante.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3. Remplir le versement : </a:t>
            </a:r>
            <a:r>
              <a:rPr sz="1400">
                <a:solidFill>
                  <a:srgbClr val="1E293B"/>
                </a:solidFill>
              </a:rPr>
              <a:t>Entrez le Montant payé, le Motif du versement, et le Mode de règlement (Espèces, Chèque, etc.).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4. Enregistrer : </a:t>
            </a:r>
            <a:r>
              <a:rPr sz="1400">
                <a:solidFill>
                  <a:srgbClr val="1E293B"/>
                </a:solidFill>
              </a:rPr>
              <a:t>Cliquez sur 'Enregistrer la transaction'. Le solde de l'élève se met à jour immédiatement.</a:t>
            </a:r>
          </a:p>
          <a:p>
            <a:pPr/>
            <a:r>
              <a:rPr b="1" sz="1500">
                <a:solidFill>
                  <a:srgbClr val="1E293B"/>
                </a:solidFill>
              </a:rPr>
              <a:t>5. Télécharger/Envoyer : </a:t>
            </a:r>
            <a:r>
              <a:rPr sz="1400">
                <a:solidFill>
                  <a:srgbClr val="1E293B"/>
                </a:solidFill>
              </a:rPr>
              <a:t>Cliquez sur 'Générer Reçu PDF' pour l'imprimer, ou utilisez le bouton WhatsApp pour envoyer la notification.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